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Arvo" panose="02000000000000000000" pitchFamily="2" charset="0"/>
      <p:regular r:id="rId22"/>
      <p:bold r:id="rId23"/>
      <p:italic r:id="rId24"/>
      <p:boldItalic r:id="rId25"/>
    </p:embeddedFont>
    <p:embeddedFont>
      <p:font typeface="Barlow Condensed" panose="020F0502020204030204" pitchFamily="34" charset="0"/>
      <p:regular r:id="rId26"/>
      <p:bold r:id="rId27"/>
      <p:italic r:id="rId28"/>
      <p:boldItalic r:id="rId29"/>
    </p:embeddedFont>
    <p:embeddedFont>
      <p:font typeface="Barlow Condensed Medium" panose="020F0502020204030204" pitchFamily="34" charset="0"/>
      <p:regular r:id="rId30"/>
      <p:bold r:id="rId31"/>
      <p:italic r:id="rId32"/>
      <p:boldItalic r:id="rId33"/>
    </p:embeddedFont>
    <p:embeddedFont>
      <p:font typeface="Barlow Condensed SemiBold" panose="020F0502020204030204" pitchFamily="34" charset="0"/>
      <p:regular r:id="rId34"/>
      <p:bold r:id="rId35"/>
      <p:italic r:id="rId36"/>
      <p:boldItalic r:id="rId37"/>
    </p:embeddedFont>
    <p:embeddedFont>
      <p:font typeface="Fira Sans Extra Condensed Medium" panose="020B0603050000020004" pitchFamily="34" charset="0"/>
      <p:regular r:id="rId38"/>
      <p:bold r:id="rId39"/>
      <p:italic r:id="rId40"/>
      <p:boldItalic r:id="rId41"/>
    </p:embeddedFont>
    <p:embeddedFont>
      <p:font typeface="Montserrat Light" panose="020F0302020204030204" pitchFamily="34" charset="0"/>
      <p:regular r:id="rId42"/>
      <p:bold r:id="rId43"/>
      <p:italic r:id="rId44"/>
      <p:boldItalic r:id="rId45"/>
    </p:embeddedFont>
    <p:embeddedFont>
      <p:font typeface="Roboto" panose="02000000000000000000" pitchFamily="2" charset="0"/>
      <p:regular r:id="rId46"/>
      <p:bold r:id="rId47"/>
      <p:italic r:id="rId48"/>
      <p:boldItalic r:id="rId49"/>
    </p:embeddedFont>
    <p:embeddedFont>
      <p:font typeface="Roboto Condensed" panose="02000000000000000000" pitchFamily="2"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62"/>
    <p:restoredTop sz="78424"/>
  </p:normalViewPr>
  <p:slideViewPr>
    <p:cSldViewPr snapToGrid="0">
      <p:cViewPr varScale="1">
        <p:scale>
          <a:sx n="140" d="100"/>
          <a:sy n="140" d="100"/>
        </p:scale>
        <p:origin x="11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47" Type="http://schemas.openxmlformats.org/officeDocument/2006/relationships/font" Target="fonts/font26.fntdata"/><Relationship Id="rId50" Type="http://schemas.openxmlformats.org/officeDocument/2006/relationships/font" Target="fonts/font29.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font" Target="fonts/font24.fntdata"/><Relationship Id="rId53" Type="http://schemas.openxmlformats.org/officeDocument/2006/relationships/font" Target="fonts/font32.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48" Type="http://schemas.openxmlformats.org/officeDocument/2006/relationships/font" Target="fonts/font27.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font" Target="fonts/font25.fntdata"/><Relationship Id="rId20" Type="http://schemas.openxmlformats.org/officeDocument/2006/relationships/slide" Target="slides/slide19.xml"/><Relationship Id="rId41" Type="http://schemas.openxmlformats.org/officeDocument/2006/relationships/font" Target="fonts/font20.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font" Target="fonts/font28.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font" Target="fonts/font10.fntdata"/><Relationship Id="rId44" Type="http://schemas.openxmlformats.org/officeDocument/2006/relationships/font" Target="fonts/font23.fntdata"/><Relationship Id="rId52" Type="http://schemas.openxmlformats.org/officeDocument/2006/relationships/font" Target="fonts/font3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2"/>
        <p:cNvGrpSpPr/>
        <p:nvPr/>
      </p:nvGrpSpPr>
      <p:grpSpPr>
        <a:xfrm>
          <a:off x="0" y="0"/>
          <a:ext cx="0" cy="0"/>
          <a:chOff x="0" y="0"/>
          <a:chExt cx="0" cy="0"/>
        </a:xfrm>
      </p:grpSpPr>
      <p:sp>
        <p:nvSpPr>
          <p:cNvPr id="1953" name="Google Shape;195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4" name="Google Shape;19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3"/>
        <p:cNvGrpSpPr/>
        <p:nvPr/>
      </p:nvGrpSpPr>
      <p:grpSpPr>
        <a:xfrm>
          <a:off x="0" y="0"/>
          <a:ext cx="0" cy="0"/>
          <a:chOff x="0" y="0"/>
          <a:chExt cx="0" cy="0"/>
        </a:xfrm>
      </p:grpSpPr>
      <p:sp>
        <p:nvSpPr>
          <p:cNvPr id="1994" name="Google Shape;1994;g9c487f8d59_0_7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5" name="Google Shape;1995;g9c487f8d59_0_7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t>So, all of us are second-year master’s students, and we’re right in the middle of stressful job hunting. just like everyone else, we often miss good opportunities — not because we’re not qualified, but because the job market is messy.</a:t>
            </a:r>
            <a:endParaRPr/>
          </a:p>
          <a:p>
            <a:pPr marL="0" lvl="0" indent="0" algn="l" rtl="0">
              <a:lnSpc>
                <a:spcPct val="115000"/>
              </a:lnSpc>
              <a:spcBef>
                <a:spcPts val="1200"/>
              </a:spcBef>
              <a:spcAft>
                <a:spcPts val="0"/>
              </a:spcAft>
              <a:buNone/>
            </a:pPr>
            <a:r>
              <a:rPr lang="en"/>
              <a:t>Like Job titles mean different things at different companies, descriptions can be all over the place, and keyword search doesn’t really understand what a person can actually do. </a:t>
            </a:r>
            <a:endParaRPr/>
          </a:p>
          <a:p>
            <a:pPr marL="0" lvl="0" indent="0" algn="l" rtl="0">
              <a:lnSpc>
                <a:spcPct val="115000"/>
              </a:lnSpc>
              <a:spcBef>
                <a:spcPts val="1200"/>
              </a:spcBef>
              <a:spcAft>
                <a:spcPts val="0"/>
              </a:spcAft>
              <a:buNone/>
            </a:pPr>
            <a:r>
              <a:rPr lang="en"/>
              <a:t>So our goal is pretty simple: we want a system that can actually understand a resume and surface relevant jobs.</a:t>
            </a:r>
            <a:endParaRPr/>
          </a:p>
          <a:p>
            <a:pPr marL="0" lvl="0" indent="0" algn="l" rtl="0">
              <a:spcBef>
                <a:spcPts val="120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0"/>
        <p:cNvGrpSpPr/>
        <p:nvPr/>
      </p:nvGrpSpPr>
      <p:grpSpPr>
        <a:xfrm>
          <a:off x="0" y="0"/>
          <a:ext cx="0" cy="0"/>
          <a:chOff x="0" y="0"/>
          <a:chExt cx="0" cy="0"/>
        </a:xfrm>
      </p:grpSpPr>
      <p:sp>
        <p:nvSpPr>
          <p:cNvPr id="2001" name="Google Shape;2001;g3ae09052be2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2" name="Google Shape;2002;g3ae09052be2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This is the high-level idea before we dive into details.</a:t>
            </a:r>
            <a:br>
              <a:rPr lang="en"/>
            </a:br>
            <a:r>
              <a:rPr lang="en"/>
              <a:t> So You upload a resume, the system reads it and figures out your skills and background.</a:t>
            </a:r>
            <a:br>
              <a:rPr lang="en"/>
            </a:br>
            <a:r>
              <a:rPr lang="en"/>
              <a:t>At the same time, we fetch real-time job posts from public platforms.</a:t>
            </a:r>
            <a:br>
              <a:rPr lang="en"/>
            </a:br>
            <a:r>
              <a:rPr lang="en"/>
              <a:t>Then we compare your profile with thousands of roles—not by matching keywords, but by understanding the meaning behind the text.</a:t>
            </a:r>
            <a:endParaRPr/>
          </a:p>
          <a:p>
            <a:pPr marL="0" lvl="0" indent="0" algn="l" rtl="0">
              <a:lnSpc>
                <a:spcPct val="115000"/>
              </a:lnSpc>
              <a:spcBef>
                <a:spcPts val="1200"/>
              </a:spcBef>
              <a:spcAft>
                <a:spcPts val="0"/>
              </a:spcAft>
              <a:buClr>
                <a:schemeClr val="dk1"/>
              </a:buClr>
              <a:buSzPts val="1100"/>
              <a:buFont typeface="Arial"/>
              <a:buNone/>
            </a:pPr>
            <a:r>
              <a:rPr lang="en"/>
              <a:t>Finally, we return the most relevant and recent jobs</a:t>
            </a:r>
            <a:endParaRPr/>
          </a:p>
          <a:p>
            <a:pPr marL="0" lvl="0" indent="0" algn="l" rtl="0">
              <a:spcBef>
                <a:spcPts val="120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7"/>
        <p:cNvGrpSpPr/>
        <p:nvPr/>
      </p:nvGrpSpPr>
      <p:grpSpPr>
        <a:xfrm>
          <a:off x="0" y="0"/>
          <a:ext cx="0" cy="0"/>
          <a:chOff x="0" y="0"/>
          <a:chExt cx="0" cy="0"/>
        </a:xfrm>
      </p:grpSpPr>
      <p:sp>
        <p:nvSpPr>
          <p:cNvPr id="2008" name="Google Shape;2008;g9c487f8d59_0_14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9" name="Google Shape;2009;g9c487f8d59_0_14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For the final system, we keep our goals clear and focused.</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We want the platform to pull fresh jobs on its own, understand resumes well enough to rank opportunities meaningfully, and explain </a:t>
            </a:r>
            <a:r>
              <a:rPr lang="en" i="1">
                <a:solidFill>
                  <a:schemeClr val="dk1"/>
                </a:solidFill>
              </a:rPr>
              <a:t>why</a:t>
            </a:r>
            <a:r>
              <a:rPr lang="en">
                <a:solidFill>
                  <a:schemeClr val="dk1"/>
                </a:solidFill>
              </a:rPr>
              <a:t> each job shows up.</a:t>
            </a:r>
            <a:endParaRPr>
              <a:solidFill>
                <a:schemeClr val="dk1"/>
              </a:solidFill>
            </a:endParaRPr>
          </a:p>
          <a:p>
            <a:pPr marL="0" lvl="0" indent="0" algn="l" rtl="0">
              <a:spcBef>
                <a:spcPts val="0"/>
              </a:spcBef>
              <a:spcAft>
                <a:spcPts val="0"/>
              </a:spcAft>
              <a:buNone/>
            </a:pPr>
            <a:r>
              <a:rPr lang="en">
                <a:solidFill>
                  <a:schemeClr val="dk1"/>
                </a:solidFill>
              </a:rPr>
              <a:t>And most importantly, everything runs live on Hugging Face with the basic filters people actually use ，like state， remote, and recency.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5"/>
        <p:cNvGrpSpPr/>
        <p:nvPr/>
      </p:nvGrpSpPr>
      <p:grpSpPr>
        <a:xfrm>
          <a:off x="0" y="0"/>
          <a:ext cx="0" cy="0"/>
          <a:chOff x="0" y="0"/>
          <a:chExt cx="0" cy="0"/>
        </a:xfrm>
      </p:grpSpPr>
      <p:sp>
        <p:nvSpPr>
          <p:cNvPr id="2026" name="Google Shape;2026;g3ae09052be2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7" name="Google Shape;2027;g3ae09052be2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Here’s a quick walkthrough of how the whole system works end-to-end.</a:t>
            </a:r>
            <a:br>
              <a:rPr lang="en"/>
            </a:br>
            <a:r>
              <a:rPr lang="en"/>
              <a:t>Everything starts from the user on the front end. They open the page, upload a resume, adjust filters, and the React app sends everything to a unified backend API.</a:t>
            </a:r>
            <a:endParaRPr/>
          </a:p>
          <a:p>
            <a:pPr marL="0" lvl="0" indent="0" algn="l" rtl="0">
              <a:lnSpc>
                <a:spcPct val="115000"/>
              </a:lnSpc>
              <a:spcBef>
                <a:spcPts val="1200"/>
              </a:spcBef>
              <a:spcAft>
                <a:spcPts val="0"/>
              </a:spcAft>
              <a:buClr>
                <a:schemeClr val="dk1"/>
              </a:buClr>
              <a:buSzPts val="1100"/>
              <a:buFont typeface="Arial"/>
              <a:buNone/>
            </a:pPr>
            <a:r>
              <a:rPr lang="en"/>
              <a:t>Once the request reaches the API gateway, the backend decides what needs to happen. If we don’t have fresh job data, we call the external job API through RapidAPI, and cache the results.</a:t>
            </a:r>
            <a:endParaRPr/>
          </a:p>
          <a:p>
            <a:pPr marL="0" lvl="0" indent="0" algn="l" rtl="0">
              <a:lnSpc>
                <a:spcPct val="115000"/>
              </a:lnSpc>
              <a:spcBef>
                <a:spcPts val="1200"/>
              </a:spcBef>
              <a:spcAft>
                <a:spcPts val="0"/>
              </a:spcAft>
              <a:buClr>
                <a:schemeClr val="dk1"/>
              </a:buClr>
              <a:buSzPts val="1100"/>
              <a:buFont typeface="Arial"/>
              <a:buNone/>
            </a:pPr>
            <a:r>
              <a:rPr lang="en"/>
              <a:t>At the same time, the resume goes into our NLP/ML service. It parses the text, identifies key sections, and extracts skills using our dictionary and alias rules. We apply the same skill-extraction logic to every job post so resumes and jobs share the same structured format.</a:t>
            </a:r>
            <a:endParaRPr/>
          </a:p>
          <a:p>
            <a:pPr marL="0" lvl="0" indent="0" algn="l" rtl="0">
              <a:lnSpc>
                <a:spcPct val="115000"/>
              </a:lnSpc>
              <a:spcBef>
                <a:spcPts val="1200"/>
              </a:spcBef>
              <a:spcAft>
                <a:spcPts val="0"/>
              </a:spcAft>
              <a:buClr>
                <a:schemeClr val="dk1"/>
              </a:buClr>
              <a:buSzPts val="1100"/>
              <a:buFont typeface="Arial"/>
              <a:buNone/>
            </a:pPr>
            <a:r>
              <a:rPr lang="en"/>
              <a:t>Both sides then enter our scoring module, which blends TF-IDF similarity, skill overlap, role alignment, experience level, and location signals to produce a final ranked list.</a:t>
            </a:r>
            <a:endParaRPr/>
          </a:p>
          <a:p>
            <a:pPr marL="0" lvl="0" indent="0" algn="l" rtl="0">
              <a:lnSpc>
                <a:spcPct val="115000"/>
              </a:lnSpc>
              <a:spcBef>
                <a:spcPts val="1200"/>
              </a:spcBef>
              <a:spcAft>
                <a:spcPts val="0"/>
              </a:spcAft>
              <a:buClr>
                <a:schemeClr val="dk1"/>
              </a:buClr>
              <a:buSzPts val="1100"/>
              <a:buFont typeface="Arial"/>
              <a:buNone/>
            </a:pPr>
            <a:r>
              <a:rPr lang="en"/>
              <a:t>The backend returns the top results along with brief explanations— like matched skills, semantic similarity, and a short job summary. Finally, the front end displays everything in a simple feed where users can load more results or update filters without re-uploading their resume.</a:t>
            </a:r>
            <a:endParaRPr/>
          </a:p>
          <a:p>
            <a:pPr marL="0" lvl="0" indent="0" algn="l" rtl="0">
              <a:spcBef>
                <a:spcPts val="120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1"/>
        <p:cNvGrpSpPr/>
        <p:nvPr/>
      </p:nvGrpSpPr>
      <p:grpSpPr>
        <a:xfrm>
          <a:off x="0" y="0"/>
          <a:ext cx="0" cy="0"/>
          <a:chOff x="0" y="0"/>
          <a:chExt cx="0" cy="0"/>
        </a:xfrm>
      </p:grpSpPr>
      <p:sp>
        <p:nvSpPr>
          <p:cNvPr id="2032" name="Google Shape;2032;g9c487f8d59_0_8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3" name="Google Shape;2033;g9c487f8d59_0_8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Now let’s take a closer look at where our data comes from and how we prepare it.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For job postings, we use the RapidAPI and JSearch API. That means all the data comes through a stable public endpoint, and we avoid any scraping issues. We also keep a small JSON cache on the backend so repeated searches don’t keep hitting the API.</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On the resume side, we start by extracting text with pdfplumber. Once we have the raw text, we run some simple rule-based logic to find key sections like Skills, Experience, and Education. This gives us a much cleaner structure to work with before we move on to parsing, matching, and scoring.”</a:t>
            </a:r>
            <a:endParaRPr>
              <a:solidFill>
                <a:schemeClr val="dk1"/>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2"/>
        <p:cNvGrpSpPr/>
        <p:nvPr/>
      </p:nvGrpSpPr>
      <p:grpSpPr>
        <a:xfrm>
          <a:off x="0" y="0"/>
          <a:ext cx="0" cy="0"/>
          <a:chOff x="0" y="0"/>
          <a:chExt cx="0" cy="0"/>
        </a:xfrm>
      </p:grpSpPr>
      <p:sp>
        <p:nvSpPr>
          <p:cNvPr id="2073" name="Google Shape;2073;g3ae09052be2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4" name="Google Shape;2074;g3ae09052be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Hi everyone — I’ll give a quick overview of the frontend and its role in our job recommendation system.</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When users enter the webiste, they can upload a PDF or DOCX resume, enter a job title, location and years of experience. Once they click Submit, the frontend will packages all inputs and sends them to the FastAPI through the endpoint.</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Then, the results page will return the Top-10 recommended jobs. Each job card includes a similarity score, a short summary, and matched skill tags. Users can open any card to view details and the application link. And they can click “Load More” to see more results</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So  our tech stack, </a:t>
            </a:r>
            <a:r>
              <a:rPr lang="en" sz="1200" b="1">
                <a:solidFill>
                  <a:schemeClr val="dk1"/>
                </a:solidFill>
                <a:latin typeface="Times New Roman"/>
                <a:ea typeface="Times New Roman"/>
                <a:cs typeface="Times New Roman"/>
                <a:sym typeface="Times New Roman"/>
              </a:rPr>
              <a:t>React + TypeScript + Vite</a:t>
            </a:r>
            <a:r>
              <a:rPr lang="en" sz="1200">
                <a:solidFill>
                  <a:schemeClr val="dk1"/>
                </a:solidFill>
                <a:latin typeface="Times New Roman"/>
                <a:ea typeface="Times New Roman"/>
                <a:cs typeface="Times New Roman"/>
                <a:sym typeface="Times New Roman"/>
              </a:rPr>
              <a:t>, it is a lightweight development setup. Our UI is fully component-based— like JobCard and JobDetailCard . all communication with the backend is handled through a single apiClient. This allows the entire system to be deployed on Hugging Face Spaces through Docker with minimal configuration.</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To summarize: the frontend handles all user interaction, collects and validates inputs, drives the rendering of recommended jobs, and ensures a smooth experience. It serves as the presentation layer for the backend ML pipeline and job-matching engine.</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6"/>
        <p:cNvGrpSpPr/>
        <p:nvPr/>
      </p:nvGrpSpPr>
      <p:grpSpPr>
        <a:xfrm>
          <a:off x="0" y="0"/>
          <a:ext cx="0" cy="0"/>
          <a:chOff x="0" y="0"/>
          <a:chExt cx="0" cy="0"/>
        </a:xfrm>
      </p:grpSpPr>
      <p:sp>
        <p:nvSpPr>
          <p:cNvPr id="2087" name="Google Shape;2087;g3ae09052be2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8" name="Google Shape;2088;g3ae09052be2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On the backend, we built a lightweight FastAPI service that connects the frontend inputs to the entire recommendation system.</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When a file is uploaded, the backend first passes it to our ResumeParser, The parser converts the resume into clean text and splits it into structured sections such as Summary, Skills, and Experience.</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And then it will call the JobSearch API to fetch real-time job postings that match the user’s target role and location. These job postings, together with the parsed resume sections, enter our maching learning pipeline which will be discussed later.</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After the maching learning modeling, the backend returns the Top-10 ranked jobs, while the complete job list is written to a  cache file so you can click load more to see more recommendations.</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Overall, the backend is responsible for resume parsing, integrate external API, and personalized scoring. And it support the full recommendation workflow.</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0"/>
        <p:cNvGrpSpPr/>
        <p:nvPr/>
      </p:nvGrpSpPr>
      <p:grpSpPr>
        <a:xfrm>
          <a:off x="0" y="0"/>
          <a:ext cx="0" cy="0"/>
          <a:chOff x="0" y="0"/>
          <a:chExt cx="0" cy="0"/>
        </a:xfrm>
      </p:grpSpPr>
      <p:sp>
        <p:nvSpPr>
          <p:cNvPr id="2101" name="Google Shape;2101;g3ae09052be2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2" name="Google Shape;2102;g3ae09052be2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3B3B3B"/>
                </a:solidFill>
                <a:latin typeface="Roboto"/>
                <a:ea typeface="Roboto"/>
                <a:cs typeface="Roboto"/>
                <a:sym typeface="Roboto"/>
              </a:rPr>
              <a:t>"Let me walk you through our NLP pipeline."</a:t>
            </a:r>
            <a:r>
              <a:rPr lang="en" sz="1200">
                <a:solidFill>
                  <a:srgbClr val="3B3B3B"/>
                </a:solidFill>
                <a:highlight>
                  <a:srgbClr val="F8F8F8"/>
                </a:highlight>
                <a:latin typeface="Roboto"/>
                <a:ea typeface="Roboto"/>
                <a:cs typeface="Roboto"/>
                <a:sym typeface="Roboto"/>
              </a:rPr>
              <a:t> </a:t>
            </a:r>
            <a:r>
              <a:rPr lang="en" sz="1200">
                <a:solidFill>
                  <a:srgbClr val="3B3B3B"/>
                </a:solidFill>
                <a:latin typeface="Roboto"/>
                <a:ea typeface="Roboto"/>
                <a:cs typeface="Roboto"/>
                <a:sym typeface="Roboto"/>
              </a:rPr>
              <a:t>The process starts when a user uploads their resume — we support both PDF and DOCX formats. Our parser extracts the raw text and splits it into sections like Skills, Experience, and Education.</a:t>
            </a:r>
            <a:r>
              <a:rPr lang="en" sz="1200">
                <a:solidFill>
                  <a:srgbClr val="3B3B3B"/>
                </a:solidFill>
                <a:highlight>
                  <a:srgbClr val="F8F8F8"/>
                </a:highlight>
                <a:latin typeface="Roboto"/>
                <a:ea typeface="Roboto"/>
                <a:cs typeface="Roboto"/>
                <a:sym typeface="Roboto"/>
              </a:rPr>
              <a:t> </a:t>
            </a:r>
            <a:r>
              <a:rPr lang="en" sz="1200">
                <a:solidFill>
                  <a:srgbClr val="3B3B3B"/>
                </a:solidFill>
                <a:latin typeface="Roboto"/>
                <a:ea typeface="Roboto"/>
                <a:cs typeface="Roboto"/>
                <a:sym typeface="Roboto"/>
              </a:rPr>
              <a:t>From the resume, we do two things in parallel: first, we extract the candidate's skills using a dictionary-based matcher; second, we infer their target role based on both the resume content and the job title they entered.</a:t>
            </a:r>
            <a:r>
              <a:rPr lang="en" sz="1200">
                <a:solidFill>
                  <a:srgbClr val="3B3B3B"/>
                </a:solidFill>
                <a:highlight>
                  <a:srgbClr val="F8F8F8"/>
                </a:highlight>
                <a:latin typeface="Roboto"/>
                <a:ea typeface="Roboto"/>
                <a:cs typeface="Roboto"/>
                <a:sym typeface="Roboto"/>
              </a:rPr>
              <a:t> </a:t>
            </a:r>
            <a:r>
              <a:rPr lang="en" sz="1200">
                <a:solidFill>
                  <a:srgbClr val="3B3B3B"/>
                </a:solidFill>
                <a:latin typeface="Roboto"/>
                <a:ea typeface="Roboto"/>
                <a:cs typeface="Roboto"/>
                <a:sym typeface="Roboto"/>
              </a:rPr>
              <a:t>We also read the user's years of experience from the form — or if they select "no preference," we treat that as a wildcard.</a:t>
            </a:r>
            <a:r>
              <a:rPr lang="en" sz="1200">
                <a:solidFill>
                  <a:srgbClr val="3B3B3B"/>
                </a:solidFill>
                <a:highlight>
                  <a:srgbClr val="F8F8F8"/>
                </a:highlight>
                <a:latin typeface="Roboto"/>
                <a:ea typeface="Roboto"/>
                <a:cs typeface="Roboto"/>
                <a:sym typeface="Roboto"/>
              </a:rPr>
              <a:t> </a:t>
            </a:r>
            <a:r>
              <a:rPr lang="en" sz="1200">
                <a:solidFill>
                  <a:srgbClr val="3B3B3B"/>
                </a:solidFill>
                <a:latin typeface="Roboto"/>
                <a:ea typeface="Roboto"/>
                <a:cs typeface="Roboto"/>
                <a:sym typeface="Roboto"/>
              </a:rPr>
              <a:t>On the job side, we fetch real-time postings from the JSearch API. For each job description, we extract required skills using the same skill dictionary, and we compute a TF-IDF cosine similarity score between the resume and the job description.</a:t>
            </a:r>
            <a:r>
              <a:rPr lang="en" sz="1200">
                <a:solidFill>
                  <a:srgbClr val="3B3B3B"/>
                </a:solidFill>
                <a:highlight>
                  <a:srgbClr val="F8F8F8"/>
                </a:highlight>
                <a:latin typeface="Roboto"/>
                <a:ea typeface="Roboto"/>
                <a:cs typeface="Roboto"/>
                <a:sym typeface="Roboto"/>
              </a:rPr>
              <a:t> </a:t>
            </a:r>
            <a:r>
              <a:rPr lang="en" sz="1200">
                <a:solidFill>
                  <a:srgbClr val="3B3B3B"/>
                </a:solidFill>
                <a:latin typeface="Roboto"/>
                <a:ea typeface="Roboto"/>
                <a:cs typeface="Roboto"/>
                <a:sym typeface="Roboto"/>
              </a:rPr>
              <a:t>All these signals then feed into our five-dimensional scoring model:</a:t>
            </a:r>
            <a:endParaRPr sz="1200">
              <a:solidFill>
                <a:srgbClr val="3B3B3B"/>
              </a:solidFill>
              <a:latin typeface="Roboto"/>
              <a:ea typeface="Roboto"/>
              <a:cs typeface="Roboto"/>
              <a:sym typeface="Roboto"/>
            </a:endParaRPr>
          </a:p>
          <a:p>
            <a:pPr marL="457200" lvl="0" indent="-304800" algn="l" rtl="0">
              <a:lnSpc>
                <a:spcPct val="115000"/>
              </a:lnSpc>
              <a:spcBef>
                <a:spcPts val="1000"/>
              </a:spcBef>
              <a:spcAft>
                <a:spcPts val="0"/>
              </a:spcAft>
              <a:buClr>
                <a:srgbClr val="3B3B3B"/>
              </a:buClr>
              <a:buSzPts val="1200"/>
              <a:buFont typeface="Roboto"/>
              <a:buChar char="●"/>
            </a:pPr>
            <a:r>
              <a:rPr lang="en" sz="1200" b="1">
                <a:solidFill>
                  <a:srgbClr val="3B3B3B"/>
                </a:solidFill>
                <a:latin typeface="Roboto"/>
                <a:ea typeface="Roboto"/>
                <a:cs typeface="Roboto"/>
                <a:sym typeface="Roboto"/>
              </a:rPr>
              <a:t>40%</a:t>
            </a:r>
            <a:r>
              <a:rPr lang="en" sz="1200">
                <a:solidFill>
                  <a:srgbClr val="3B3B3B"/>
                </a:solidFill>
                <a:latin typeface="Roboto"/>
                <a:ea typeface="Roboto"/>
                <a:cs typeface="Roboto"/>
                <a:sym typeface="Roboto"/>
              </a:rPr>
              <a:t> for skills overlap</a:t>
            </a:r>
            <a:endParaRPr sz="1200">
              <a:solidFill>
                <a:srgbClr val="3B3B3B"/>
              </a:solidFill>
              <a:latin typeface="Roboto"/>
              <a:ea typeface="Roboto"/>
              <a:cs typeface="Roboto"/>
              <a:sym typeface="Roboto"/>
            </a:endParaRPr>
          </a:p>
          <a:p>
            <a:pPr marL="457200" lvl="0" indent="-304800" algn="l" rtl="0">
              <a:lnSpc>
                <a:spcPct val="115000"/>
              </a:lnSpc>
              <a:spcBef>
                <a:spcPts val="0"/>
              </a:spcBef>
              <a:spcAft>
                <a:spcPts val="0"/>
              </a:spcAft>
              <a:buClr>
                <a:srgbClr val="3B3B3B"/>
              </a:buClr>
              <a:buSzPts val="1200"/>
              <a:buFont typeface="Roboto"/>
              <a:buChar char="●"/>
            </a:pPr>
            <a:r>
              <a:rPr lang="en" sz="1200" b="1">
                <a:solidFill>
                  <a:srgbClr val="3B3B3B"/>
                </a:solidFill>
                <a:latin typeface="Roboto"/>
                <a:ea typeface="Roboto"/>
                <a:cs typeface="Roboto"/>
                <a:sym typeface="Roboto"/>
              </a:rPr>
              <a:t>25%</a:t>
            </a:r>
            <a:r>
              <a:rPr lang="en" sz="1200">
                <a:solidFill>
                  <a:srgbClr val="3B3B3B"/>
                </a:solidFill>
                <a:latin typeface="Roboto"/>
                <a:ea typeface="Roboto"/>
                <a:cs typeface="Roboto"/>
                <a:sym typeface="Roboto"/>
              </a:rPr>
              <a:t> for TF-IDF text similarity</a:t>
            </a:r>
            <a:endParaRPr sz="1200">
              <a:solidFill>
                <a:srgbClr val="3B3B3B"/>
              </a:solidFill>
              <a:latin typeface="Roboto"/>
              <a:ea typeface="Roboto"/>
              <a:cs typeface="Roboto"/>
              <a:sym typeface="Roboto"/>
            </a:endParaRPr>
          </a:p>
          <a:p>
            <a:pPr marL="457200" lvl="0" indent="-304800" algn="l" rtl="0">
              <a:lnSpc>
                <a:spcPct val="115000"/>
              </a:lnSpc>
              <a:spcBef>
                <a:spcPts val="0"/>
              </a:spcBef>
              <a:spcAft>
                <a:spcPts val="0"/>
              </a:spcAft>
              <a:buClr>
                <a:srgbClr val="3B3B3B"/>
              </a:buClr>
              <a:buSzPts val="1200"/>
              <a:buFont typeface="Roboto"/>
              <a:buChar char="●"/>
            </a:pPr>
            <a:r>
              <a:rPr lang="en" sz="1200" b="1">
                <a:solidFill>
                  <a:srgbClr val="3B3B3B"/>
                </a:solidFill>
                <a:latin typeface="Roboto"/>
                <a:ea typeface="Roboto"/>
                <a:cs typeface="Roboto"/>
                <a:sym typeface="Roboto"/>
              </a:rPr>
              <a:t>15%</a:t>
            </a:r>
            <a:r>
              <a:rPr lang="en" sz="1200">
                <a:solidFill>
                  <a:srgbClr val="3B3B3B"/>
                </a:solidFill>
                <a:latin typeface="Roboto"/>
                <a:ea typeface="Roboto"/>
                <a:cs typeface="Roboto"/>
                <a:sym typeface="Roboto"/>
              </a:rPr>
              <a:t> for role alignment</a:t>
            </a:r>
            <a:endParaRPr sz="1200">
              <a:solidFill>
                <a:srgbClr val="3B3B3B"/>
              </a:solidFill>
              <a:latin typeface="Roboto"/>
              <a:ea typeface="Roboto"/>
              <a:cs typeface="Roboto"/>
              <a:sym typeface="Roboto"/>
            </a:endParaRPr>
          </a:p>
          <a:p>
            <a:pPr marL="457200" lvl="0" indent="-304800" algn="l" rtl="0">
              <a:lnSpc>
                <a:spcPct val="115000"/>
              </a:lnSpc>
              <a:spcBef>
                <a:spcPts val="0"/>
              </a:spcBef>
              <a:spcAft>
                <a:spcPts val="0"/>
              </a:spcAft>
              <a:buClr>
                <a:srgbClr val="3B3B3B"/>
              </a:buClr>
              <a:buSzPts val="1200"/>
              <a:buFont typeface="Roboto"/>
              <a:buChar char="●"/>
            </a:pPr>
            <a:r>
              <a:rPr lang="en" sz="1200" b="1">
                <a:solidFill>
                  <a:srgbClr val="3B3B3B"/>
                </a:solidFill>
                <a:latin typeface="Roboto"/>
                <a:ea typeface="Roboto"/>
                <a:cs typeface="Roboto"/>
                <a:sym typeface="Roboto"/>
              </a:rPr>
              <a:t>10%</a:t>
            </a:r>
            <a:r>
              <a:rPr lang="en" sz="1200">
                <a:solidFill>
                  <a:srgbClr val="3B3B3B"/>
                </a:solidFill>
                <a:latin typeface="Roboto"/>
                <a:ea typeface="Roboto"/>
                <a:cs typeface="Roboto"/>
                <a:sym typeface="Roboto"/>
              </a:rPr>
              <a:t> for experience match</a:t>
            </a:r>
            <a:endParaRPr sz="1200">
              <a:solidFill>
                <a:srgbClr val="3B3B3B"/>
              </a:solidFill>
              <a:latin typeface="Roboto"/>
              <a:ea typeface="Roboto"/>
              <a:cs typeface="Roboto"/>
              <a:sym typeface="Roboto"/>
            </a:endParaRPr>
          </a:p>
          <a:p>
            <a:pPr marL="457200" lvl="0" indent="-304800" algn="l" rtl="0">
              <a:lnSpc>
                <a:spcPct val="115000"/>
              </a:lnSpc>
              <a:spcBef>
                <a:spcPts val="0"/>
              </a:spcBef>
              <a:spcAft>
                <a:spcPts val="0"/>
              </a:spcAft>
              <a:buClr>
                <a:srgbClr val="3B3B3B"/>
              </a:buClr>
              <a:buSzPts val="1200"/>
              <a:buFont typeface="Roboto"/>
              <a:buChar char="●"/>
            </a:pPr>
            <a:r>
              <a:rPr lang="en" sz="1200" b="1">
                <a:solidFill>
                  <a:srgbClr val="3B3B3B"/>
                </a:solidFill>
                <a:latin typeface="Roboto"/>
                <a:ea typeface="Roboto"/>
                <a:cs typeface="Roboto"/>
                <a:sym typeface="Roboto"/>
              </a:rPr>
              <a:t>10%</a:t>
            </a:r>
            <a:r>
              <a:rPr lang="en" sz="1200">
                <a:solidFill>
                  <a:srgbClr val="3B3B3B"/>
                </a:solidFill>
                <a:latin typeface="Roboto"/>
                <a:ea typeface="Roboto"/>
                <a:cs typeface="Roboto"/>
                <a:sym typeface="Roboto"/>
              </a:rPr>
              <a:t> for location match</a:t>
            </a:r>
            <a:endParaRPr sz="1200">
              <a:solidFill>
                <a:srgbClr val="3B3B3B"/>
              </a:solidFill>
              <a:latin typeface="Roboto"/>
              <a:ea typeface="Roboto"/>
              <a:cs typeface="Roboto"/>
              <a:sym typeface="Roboto"/>
            </a:endParaRPr>
          </a:p>
          <a:p>
            <a:pPr marL="0" lvl="0" indent="0" algn="l" rtl="0">
              <a:spcBef>
                <a:spcPts val="1000"/>
              </a:spcBef>
              <a:spcAft>
                <a:spcPts val="0"/>
              </a:spcAft>
              <a:buNone/>
            </a:pPr>
            <a:r>
              <a:rPr lang="en" sz="1200">
                <a:solidFill>
                  <a:srgbClr val="3B3B3B"/>
                </a:solidFill>
                <a:latin typeface="Roboto"/>
                <a:ea typeface="Roboto"/>
                <a:cs typeface="Roboto"/>
                <a:sym typeface="Roboto"/>
              </a:rPr>
              <a:t>We combine these weighted scores, sort the results, and generate a short summary explaining why each job is a good fit.</a:t>
            </a:r>
            <a:r>
              <a:rPr lang="en" sz="1200">
                <a:solidFill>
                  <a:srgbClr val="3B3B3B"/>
                </a:solidFill>
                <a:highlight>
                  <a:srgbClr val="F8F8F8"/>
                </a:highlight>
                <a:latin typeface="Roboto"/>
                <a:ea typeface="Roboto"/>
                <a:cs typeface="Roboto"/>
                <a:sym typeface="Roboto"/>
              </a:rPr>
              <a:t> </a:t>
            </a:r>
            <a:r>
              <a:rPr lang="en" sz="1200">
                <a:solidFill>
                  <a:srgbClr val="3B3B3B"/>
                </a:solidFill>
                <a:latin typeface="Roboto"/>
                <a:ea typeface="Roboto"/>
                <a:cs typeface="Roboto"/>
                <a:sym typeface="Roboto"/>
              </a:rPr>
              <a:t>Finally, we cache the full ranked list for our "load more" feature and return the top 10 recommendations to the frontend.</a:t>
            </a:r>
            <a:r>
              <a:rPr lang="en" sz="1200">
                <a:solidFill>
                  <a:srgbClr val="3B3B3B"/>
                </a:solidFill>
                <a:highlight>
                  <a:srgbClr val="F8F8F8"/>
                </a:highlight>
                <a:latin typeface="Roboto"/>
                <a:ea typeface="Roboto"/>
                <a:cs typeface="Roboto"/>
                <a:sym typeface="Roboto"/>
              </a:rPr>
              <a:t> </a:t>
            </a:r>
            <a:r>
              <a:rPr lang="en" sz="1200" b="1">
                <a:solidFill>
                  <a:srgbClr val="3B3B3B"/>
                </a:solidFill>
                <a:latin typeface="Roboto"/>
                <a:ea typeface="Roboto"/>
                <a:cs typeface="Roboto"/>
                <a:sym typeface="Roboto"/>
              </a:rPr>
              <a:t>"That's how we turn a resume into personalized job matches in real time."</a:t>
            </a:r>
            <a:endParaRPr sz="1200" b="1">
              <a:solidFill>
                <a:srgbClr val="3B3B3B"/>
              </a:solidFill>
              <a:latin typeface="Roboto"/>
              <a:ea typeface="Roboto"/>
              <a:cs typeface="Roboto"/>
              <a:sym typeface="Roboto"/>
            </a:endParaRPr>
          </a:p>
          <a:p>
            <a:pPr marL="0" lvl="0" indent="0" algn="l" rtl="0">
              <a:spcBef>
                <a:spcPts val="0"/>
              </a:spcBef>
              <a:spcAft>
                <a:spcPts val="0"/>
              </a:spcAft>
              <a:buNone/>
            </a:pPr>
            <a:endParaRPr sz="1200" b="1">
              <a:solidFill>
                <a:srgbClr val="3B3B3B"/>
              </a:solidFill>
              <a:latin typeface="Roboto"/>
              <a:ea typeface="Roboto"/>
              <a:cs typeface="Roboto"/>
              <a:sym typeface="Roboto"/>
            </a:endParaRPr>
          </a:p>
          <a:p>
            <a:pPr marL="0" lvl="0" indent="0" algn="l" rtl="0">
              <a:spcBef>
                <a:spcPts val="0"/>
              </a:spcBef>
              <a:spcAft>
                <a:spcPts val="0"/>
              </a:spcAft>
              <a:buNone/>
            </a:pPr>
            <a:endParaRPr sz="1200" b="1">
              <a:solidFill>
                <a:srgbClr val="3B3B3B"/>
              </a:solidFill>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6"/>
        <p:cNvGrpSpPr/>
        <p:nvPr/>
      </p:nvGrpSpPr>
      <p:grpSpPr>
        <a:xfrm>
          <a:off x="0" y="0"/>
          <a:ext cx="0" cy="0"/>
          <a:chOff x="0" y="0"/>
          <a:chExt cx="0" cy="0"/>
        </a:xfrm>
      </p:grpSpPr>
      <p:sp>
        <p:nvSpPr>
          <p:cNvPr id="2107" name="Google Shape;2107;g3ae09052be2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8" name="Google Shape;2108;g3ae09052be2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200"/>
          </a:p>
          <a:p>
            <a:pPr marL="0" lvl="0" indent="0" algn="l" rtl="0">
              <a:spcBef>
                <a:spcPts val="0"/>
              </a:spcBef>
              <a:spcAft>
                <a:spcPts val="0"/>
              </a:spcAft>
              <a:buNone/>
            </a:pPr>
            <a:r>
              <a:rPr lang="en" b="1">
                <a:solidFill>
                  <a:srgbClr val="3B3B3B"/>
                </a:solidFill>
                <a:latin typeface="Roboto"/>
                <a:ea typeface="Roboto"/>
                <a:cs typeface="Roboto"/>
                <a:sym typeface="Roboto"/>
              </a:rPr>
              <a:t>I'll cover how we parse the resume."</a:t>
            </a:r>
            <a:r>
              <a:rPr lang="en">
                <a:solidFill>
                  <a:srgbClr val="3B3B3B"/>
                </a:solidFill>
                <a:highlight>
                  <a:srgbClr val="F8F8F8"/>
                </a:highlight>
                <a:latin typeface="Roboto"/>
                <a:ea typeface="Roboto"/>
                <a:cs typeface="Roboto"/>
                <a:sym typeface="Roboto"/>
              </a:rPr>
              <a:t> </a:t>
            </a:r>
            <a:r>
              <a:rPr lang="en">
                <a:solidFill>
                  <a:srgbClr val="3B3B3B"/>
                </a:solidFill>
                <a:latin typeface="Roboto"/>
                <a:ea typeface="Roboto"/>
                <a:cs typeface="Roboto"/>
                <a:sym typeface="Roboto"/>
              </a:rPr>
              <a:t>When a user uploads a PDF or DOCX resume, we first extract the text, then split it into sections like Skills, Experience, and Education.</a:t>
            </a:r>
            <a:r>
              <a:rPr lang="en">
                <a:solidFill>
                  <a:srgbClr val="3B3B3B"/>
                </a:solidFill>
                <a:highlight>
                  <a:srgbClr val="F8F8F8"/>
                </a:highlight>
                <a:latin typeface="Roboto"/>
                <a:ea typeface="Roboto"/>
                <a:cs typeface="Roboto"/>
                <a:sym typeface="Roboto"/>
              </a:rPr>
              <a:t> </a:t>
            </a:r>
            <a:r>
              <a:rPr lang="en">
                <a:solidFill>
                  <a:srgbClr val="3B3B3B"/>
                </a:solidFill>
                <a:latin typeface="Roboto"/>
                <a:ea typeface="Roboto"/>
                <a:cs typeface="Roboto"/>
                <a:sym typeface="Roboto"/>
              </a:rPr>
              <a:t>We detect sections using simple signals — uppercase headers, colon patterns, and keyword matching.</a:t>
            </a:r>
            <a:r>
              <a:rPr lang="en">
                <a:solidFill>
                  <a:srgbClr val="3B3B3B"/>
                </a:solidFill>
                <a:highlight>
                  <a:srgbClr val="F8F8F8"/>
                </a:highlight>
                <a:latin typeface="Roboto"/>
                <a:ea typeface="Roboto"/>
                <a:cs typeface="Roboto"/>
                <a:sym typeface="Roboto"/>
              </a:rPr>
              <a:t> </a:t>
            </a:r>
            <a:r>
              <a:rPr lang="en">
                <a:solidFill>
                  <a:srgbClr val="3B3B3B"/>
                </a:solidFill>
                <a:latin typeface="Roboto"/>
                <a:ea typeface="Roboto"/>
                <a:cs typeface="Roboto"/>
                <a:sym typeface="Roboto"/>
              </a:rPr>
              <a:t>From the Skills section, we get </a:t>
            </a:r>
            <a:r>
              <a:rPr lang="en" b="1">
                <a:solidFill>
                  <a:srgbClr val="3B3B3B"/>
                </a:solidFill>
                <a:latin typeface="Roboto"/>
                <a:ea typeface="Roboto"/>
                <a:cs typeface="Roboto"/>
                <a:sym typeface="Roboto"/>
              </a:rPr>
              <a:t>primary skills</a:t>
            </a:r>
            <a:r>
              <a:rPr lang="en">
                <a:solidFill>
                  <a:srgbClr val="3B3B3B"/>
                </a:solidFill>
                <a:latin typeface="Roboto"/>
                <a:ea typeface="Roboto"/>
                <a:cs typeface="Roboto"/>
                <a:sym typeface="Roboto"/>
              </a:rPr>
              <a:t> — what the candidate listed directly. From Experience, we get </a:t>
            </a:r>
            <a:r>
              <a:rPr lang="en" b="1">
                <a:solidFill>
                  <a:srgbClr val="3B3B3B"/>
                </a:solidFill>
                <a:latin typeface="Roboto"/>
                <a:ea typeface="Roboto"/>
                <a:cs typeface="Roboto"/>
                <a:sym typeface="Roboto"/>
              </a:rPr>
              <a:t>secondary skills</a:t>
            </a:r>
            <a:r>
              <a:rPr lang="en">
                <a:solidFill>
                  <a:srgbClr val="3B3B3B"/>
                </a:solidFill>
                <a:latin typeface="Roboto"/>
                <a:ea typeface="Roboto"/>
                <a:cs typeface="Roboto"/>
                <a:sym typeface="Roboto"/>
              </a:rPr>
              <a:t> — what's implied in their work.</a:t>
            </a:r>
            <a:r>
              <a:rPr lang="en">
                <a:solidFill>
                  <a:srgbClr val="3B3B3B"/>
                </a:solidFill>
                <a:highlight>
                  <a:srgbClr val="F8F8F8"/>
                </a:highlight>
                <a:latin typeface="Roboto"/>
                <a:ea typeface="Roboto"/>
                <a:cs typeface="Roboto"/>
                <a:sym typeface="Roboto"/>
              </a:rPr>
              <a:t> </a:t>
            </a:r>
            <a:r>
              <a:rPr lang="en">
                <a:solidFill>
                  <a:srgbClr val="3B3B3B"/>
                </a:solidFill>
                <a:latin typeface="Roboto"/>
                <a:ea typeface="Roboto"/>
                <a:cs typeface="Roboto"/>
                <a:sym typeface="Roboto"/>
              </a:rPr>
              <a:t>We use a shared skill dictionary with over 400 skills and alias mapping — so "ML" and "Machine Learning" count as the same thing.</a:t>
            </a:r>
            <a:r>
              <a:rPr lang="en">
                <a:solidFill>
                  <a:srgbClr val="3B3B3B"/>
                </a:solidFill>
                <a:highlight>
                  <a:srgbClr val="F8F8F8"/>
                </a:highlight>
                <a:latin typeface="Roboto"/>
                <a:ea typeface="Roboto"/>
                <a:cs typeface="Roboto"/>
                <a:sym typeface="Roboto"/>
              </a:rPr>
              <a:t> </a:t>
            </a:r>
            <a:r>
              <a:rPr lang="en">
                <a:solidFill>
                  <a:srgbClr val="3B3B3B"/>
                </a:solidFill>
                <a:latin typeface="Roboto"/>
                <a:ea typeface="Roboto"/>
                <a:cs typeface="Roboto"/>
                <a:sym typeface="Roboto"/>
              </a:rPr>
              <a:t>The output is a clean skill profile that feeds into our scoring model.</a:t>
            </a:r>
            <a:r>
              <a:rPr lang="en">
                <a:solidFill>
                  <a:srgbClr val="3B3B3B"/>
                </a:solidFill>
                <a:highlight>
                  <a:srgbClr val="F8F8F8"/>
                </a:highlight>
                <a:latin typeface="Roboto"/>
                <a:ea typeface="Roboto"/>
                <a:cs typeface="Roboto"/>
                <a:sym typeface="Roboto"/>
              </a:rPr>
              <a:t> </a:t>
            </a:r>
            <a:r>
              <a:rPr lang="en" b="1">
                <a:solidFill>
                  <a:srgbClr val="3B3B3B"/>
                </a:solidFill>
                <a:latin typeface="Roboto"/>
                <a:ea typeface="Roboto"/>
                <a:cs typeface="Roboto"/>
                <a:sym typeface="Roboto"/>
              </a:rPr>
              <a:t>"Because both resumes and jobs use the same dictionary, they speak the same language."</a:t>
            </a:r>
            <a:endParaRPr sz="12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I’ll talk about the main part I was responsible for in this project, which is job skill extraction, and how it connects to our overall NLP and ML pipeline.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In this project, we are not only analyzing the user’s resume, but also trying to understand what each job posting is actually asking for.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 For each job posting, we take the job description and scan it using the same shared skill dictionary that Renke used for resume parsing, so resumes and jobs are described in the same “skill language.”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Instead of treating the job description as one big block of text, we turn it into a structured skills representation. </a:t>
            </a:r>
            <a:endParaRPr/>
          </a:p>
          <a:p>
            <a:pPr marL="0" lvl="0" indent="0" algn="l" rtl="0">
              <a:spcBef>
                <a:spcPts val="0"/>
              </a:spcBef>
              <a:spcAft>
                <a:spcPts val="0"/>
              </a:spcAft>
              <a:buNone/>
            </a:pPr>
            <a:r>
              <a:rPr lang="en"/>
              <a:t>From the description, we extract primary skills that are explicitly mentioned, and secondary skills that are implied through experience descriptions. </a:t>
            </a:r>
            <a:endParaRPr/>
          </a:p>
          <a:p>
            <a:pPr marL="0" lvl="0" indent="0" algn="l" rtl="0">
              <a:spcBef>
                <a:spcPts val="0"/>
              </a:spcBef>
              <a:spcAft>
                <a:spcPts val="0"/>
              </a:spcAft>
              <a:buClr>
                <a:schemeClr val="dk1"/>
              </a:buClr>
              <a:buSzPts val="1100"/>
              <a:buFont typeface="Arial"/>
              <a:buNone/>
            </a:pPr>
            <a:r>
              <a:rPr lang="en"/>
              <a:t>This is done using the shared skill dictionary, alias mapping, and boundary-safe matching to avoid false positives.</a:t>
            </a: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5"/>
        <p:cNvGrpSpPr/>
        <p:nvPr/>
      </p:nvGrpSpPr>
      <p:grpSpPr>
        <a:xfrm>
          <a:off x="0" y="0"/>
          <a:ext cx="0" cy="0"/>
          <a:chOff x="0" y="0"/>
          <a:chExt cx="0" cy="0"/>
        </a:xfrm>
      </p:grpSpPr>
      <p:sp>
        <p:nvSpPr>
          <p:cNvPr id="2116" name="Google Shape;2116;g3ae09052be2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7" name="Google Shape;2117;g3ae09052be2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When we get job data from the backend, what we receive is usually just raw text —  long job descriptions written in natural language.  </a:t>
            </a:r>
            <a:endParaRPr/>
          </a:p>
          <a:p>
            <a:pPr marL="0" lvl="0" indent="0" algn="l" rtl="0">
              <a:spcBef>
                <a:spcPts val="0"/>
              </a:spcBef>
              <a:spcAft>
                <a:spcPts val="0"/>
              </a:spcAft>
              <a:buClr>
                <a:schemeClr val="dk1"/>
              </a:buClr>
              <a:buSzPts val="1100"/>
              <a:buFont typeface="Arial"/>
              <a:buNone/>
            </a:pPr>
            <a:r>
              <a:rPr lang="en"/>
              <a:t>So we cleaned it in advance. you know These descriptions are very unstructured, and if we directly compare them with resume text, the results are often noisy and hard to control.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After processing, each job includes not only basic information like title, company, and location, but also a skills object. </a:t>
            </a:r>
            <a:endParaRPr/>
          </a:p>
          <a:p>
            <a:pPr marL="0" lvl="0" indent="0" algn="l" rtl="0">
              <a:spcBef>
                <a:spcPts val="0"/>
              </a:spcBef>
              <a:spcAft>
                <a:spcPts val="0"/>
              </a:spcAft>
              <a:buNone/>
            </a:pPr>
            <a:r>
              <a:rPr lang="en"/>
              <a:t>This object contains the extracted skills, their frequencies, and the total skill count. </a:t>
            </a:r>
            <a:endParaRPr/>
          </a:p>
          <a:p>
            <a:pPr marL="0" lvl="0" indent="0" algn="l" rtl="0">
              <a:spcBef>
                <a:spcPts val="0"/>
              </a:spcBef>
              <a:spcAft>
                <a:spcPts val="0"/>
              </a:spcAft>
              <a:buClr>
                <a:schemeClr val="dk1"/>
              </a:buClr>
              <a:buSzPts val="1100"/>
              <a:buFont typeface="Arial"/>
              <a:buNone/>
            </a:pPr>
            <a:r>
              <a:rPr lang="en"/>
              <a:t>The output format is intentionally aligned with the resume parser, which makes later comparison and matching very straightforward.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((This job skill extraction module itself is rule-based, but it plays a very important role in the ML pipeline. it's like a data preparation step for machine learning. The ML model does not work directly on raw job descriptions. Instead, it relies on the clean and standardized skill information produced by this module.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(Term Frequency-Inverse Document Frequency)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Our ML component is based on a TF-IDF vectorization combined with cosine similarity.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We transform both resumes and job descriptions into numerical vectors using TF-IDF, which weights important skills higher and common words lower. </a:t>
            </a:r>
            <a:endParaRPr/>
          </a:p>
          <a:p>
            <a:pPr marL="0" lvl="0" indent="0" algn="l" rtl="0">
              <a:spcBef>
                <a:spcPts val="0"/>
              </a:spcBef>
              <a:spcAft>
                <a:spcPts val="0"/>
              </a:spcAft>
              <a:buClr>
                <a:schemeClr val="dk1"/>
              </a:buClr>
              <a:buSzPts val="1100"/>
              <a:buFont typeface="Arial"/>
              <a:buNone/>
            </a:pPr>
            <a:r>
              <a:rPr lang="en"/>
              <a:t>Then we use cosine similarity to measure how close a resume is to each job posting in the vector space.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This allows us to go beyond simple keyword matching, because the model learns the importance of terms from the data distribution. </a:t>
            </a:r>
            <a:endParaRPr/>
          </a:p>
          <a:p>
            <a:pPr marL="0" lvl="0" indent="0" algn="l" rtl="0">
              <a:spcBef>
                <a:spcPts val="0"/>
              </a:spcBef>
              <a:spcAft>
                <a:spcPts val="0"/>
              </a:spcAft>
              <a:buClr>
                <a:schemeClr val="dk1"/>
              </a:buClr>
              <a:buSzPts val="1100"/>
              <a:buFont typeface="Arial"/>
              <a:buNone/>
            </a:pPr>
            <a:r>
              <a:rPr lang="en"/>
              <a:t>The final similarity score is used as the core matching signal in our recommendation system.</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In the final pipeline, resume skills come from the resume parser, job skills come from our extraction module, </a:t>
            </a:r>
            <a:endParaRPr/>
          </a:p>
          <a:p>
            <a:pPr marL="0" lvl="0" indent="0" algn="l" rtl="0">
              <a:spcBef>
                <a:spcPts val="0"/>
              </a:spcBef>
              <a:spcAft>
                <a:spcPts val="0"/>
              </a:spcAft>
              <a:buNone/>
            </a:pPr>
            <a:r>
              <a:rPr lang="en"/>
              <a:t>and then both are passed into the matching algorithm.  </a:t>
            </a:r>
            <a:endParaRPr/>
          </a:p>
          <a:p>
            <a:pPr marL="0" lvl="0" indent="0" algn="l" rtl="0">
              <a:spcBef>
                <a:spcPts val="0"/>
              </a:spcBef>
              <a:spcAft>
                <a:spcPts val="0"/>
              </a:spcAft>
              <a:buNone/>
            </a:pPr>
            <a:r>
              <a:rPr lang="en"/>
              <a:t>Instead of just saying a job is a good match, we can explain the result by showing specific overlapping skills, </a:t>
            </a:r>
            <a:endParaRPr/>
          </a:p>
          <a:p>
            <a:pPr marL="0" lvl="0" indent="0" algn="l" rtl="0">
              <a:spcBef>
                <a:spcPts val="0"/>
              </a:spcBef>
              <a:spcAft>
                <a:spcPts val="0"/>
              </a:spcAft>
              <a:buClr>
                <a:schemeClr val="dk1"/>
              </a:buClr>
              <a:buSzPts val="1100"/>
              <a:buFont typeface="Arial"/>
              <a:buNone/>
            </a:pPr>
            <a:r>
              <a:rPr lang="en"/>
              <a:t>such as Python, SQL, or machine learning.</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2"/>
        <p:cNvGrpSpPr/>
        <p:nvPr/>
      </p:nvGrpSpPr>
      <p:grpSpPr>
        <a:xfrm>
          <a:off x="0" y="0"/>
          <a:ext cx="0" cy="0"/>
          <a:chOff x="0" y="0"/>
          <a:chExt cx="0" cy="0"/>
        </a:xfrm>
      </p:grpSpPr>
      <p:sp>
        <p:nvSpPr>
          <p:cNvPr id="2123" name="Google Shape;2123;g3ae09052be2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4" name="Google Shape;2124;g3ae09052be2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ltLang="zh-CN" dirty="0"/>
              <a:t>Okay, moving on to the core intelligence of our recommendation engine: </a:t>
            </a:r>
            <a:r>
              <a:rPr lang="en-US" altLang="zh-CN" b="1" dirty="0"/>
              <a:t>How do we determine the final ranking?</a:t>
            </a:r>
            <a:r>
              <a:rPr lang="zh-CN" altLang="en-US" b="1" dirty="0"/>
              <a:t> </a:t>
            </a:r>
            <a:r>
              <a:rPr lang="en-US" altLang="zh-CN" b="1" dirty="0"/>
              <a:t>Aka </a:t>
            </a:r>
            <a:r>
              <a:rPr lang="en-US" altLang="zh-CN" i="1" dirty="0"/>
              <a:t>Which job is actually the best </a:t>
            </a:r>
            <a:r>
              <a:rPr lang="en-US" altLang="zh-CN" i="1" dirty="0" err="1"/>
              <a:t>fit?</a:t>
            </a:r>
            <a:r>
              <a:rPr lang="en-US" altLang="zh-CN" dirty="0" err="1"/>
              <a:t>To</a:t>
            </a:r>
            <a:r>
              <a:rPr lang="en-US" altLang="zh-CN" dirty="0"/>
              <a:t> answer this, we developed the </a:t>
            </a:r>
            <a:r>
              <a:rPr lang="en-US" altLang="zh-CN" b="1" dirty="0"/>
              <a:t>5-Dimensional Scoring Model</a:t>
            </a:r>
            <a:r>
              <a:rPr lang="en-US" altLang="zh-CN" dirty="0"/>
              <a:t>.</a:t>
            </a: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2"/>
        <p:cNvGrpSpPr/>
        <p:nvPr/>
      </p:nvGrpSpPr>
      <p:grpSpPr>
        <a:xfrm>
          <a:off x="0" y="0"/>
          <a:ext cx="0" cy="0"/>
          <a:chOff x="0" y="0"/>
          <a:chExt cx="0" cy="0"/>
        </a:xfrm>
      </p:grpSpPr>
      <p:sp>
        <p:nvSpPr>
          <p:cNvPr id="2143" name="Google Shape;2143;g3aeb91165d7_0_39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4" name="Google Shape;2144;g3aeb91165d7_0_39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ltLang="zh-CN" dirty="0"/>
              <a:t>We split the metrics into two groups:</a:t>
            </a:r>
          </a:p>
          <a:p>
            <a:pPr>
              <a:buFont typeface="+mj-lt"/>
              <a:buAutoNum type="arabicPeriod"/>
            </a:pPr>
            <a:r>
              <a:rPr lang="en-US" altLang="zh-CN" b="1" dirty="0"/>
              <a:t>Differentiators (65%)</a:t>
            </a:r>
            <a:r>
              <a:rPr lang="en-US" altLang="zh-CN" dirty="0"/>
              <a:t>: These are the soft skills that determine </a:t>
            </a:r>
            <a:r>
              <a:rPr lang="en-US" altLang="zh-CN" i="1" dirty="0"/>
              <a:t>how good</a:t>
            </a:r>
            <a:r>
              <a:rPr lang="en-US" altLang="zh-CN" dirty="0"/>
              <a:t> the match is.</a:t>
            </a:r>
          </a:p>
          <a:p>
            <a:pPr>
              <a:buFont typeface="+mj-lt"/>
              <a:buAutoNum type="arabicPeriod"/>
            </a:pPr>
            <a:r>
              <a:rPr lang="en-US" altLang="zh-CN" b="1" dirty="0"/>
              <a:t>Validators (35%)</a:t>
            </a:r>
            <a:r>
              <a:rPr lang="en-US" altLang="zh-CN" dirty="0"/>
              <a:t>: These are the hard thresholds that check </a:t>
            </a:r>
            <a:r>
              <a:rPr lang="en-US" altLang="zh-CN" i="1" dirty="0"/>
              <a:t>if</a:t>
            </a:r>
            <a:r>
              <a:rPr lang="en-US" altLang="zh-CN" dirty="0"/>
              <a:t> the candidate is eligible.”</a:t>
            </a:r>
          </a:p>
          <a:p>
            <a:pPr marL="0" lvl="0" indent="0" algn="l" rtl="0">
              <a:spcBef>
                <a:spcPts val="0"/>
              </a:spcBef>
              <a:spcAft>
                <a:spcPts val="0"/>
              </a:spcAft>
              <a:buNone/>
            </a:pPr>
            <a:r>
              <a:rPr lang="en-US" altLang="zh-CN" dirty="0"/>
              <a:t>There are three main differentiators. The first one is Skill Match.</a:t>
            </a:r>
            <a:r>
              <a:rPr lang="zh-CN" altLang="en-US" dirty="0"/>
              <a:t> </a:t>
            </a:r>
            <a:r>
              <a:rPr lang="en-US" altLang="zh-CN" dirty="0"/>
              <a:t>its our strongest signal. In tech hiring the hard skills is </a:t>
            </a:r>
            <a:r>
              <a:rPr lang="en-US" altLang="zh-CN" b="1" dirty="0"/>
              <a:t>most important one we use </a:t>
            </a:r>
            <a:r>
              <a:rPr lang="en-US" altLang="zh-CN" dirty="0"/>
              <a:t>Jaccard to </a:t>
            </a:r>
            <a:r>
              <a:rPr lang="zh-CN" altLang="en-US" dirty="0"/>
              <a:t>计算</a:t>
            </a:r>
            <a:r>
              <a:rPr lang="en-US" altLang="zh-CN" dirty="0" err="1"/>
              <a:t>cus</a:t>
            </a:r>
            <a:r>
              <a:rPr lang="en-US" altLang="zh-CN" dirty="0"/>
              <a:t> Skills are treated as </a:t>
            </a:r>
            <a:r>
              <a:rPr lang="en-US" altLang="zh-CN" b="1" dirty="0"/>
              <a:t>discrete sets</a:t>
            </a:r>
            <a:r>
              <a:rPr lang="zh-CN" altLang="en-US" b="1" dirty="0"/>
              <a:t> </a:t>
            </a:r>
            <a:r>
              <a:rPr lang="en-US" altLang="zh-CN" b="1" dirty="0"/>
              <a:t>&amp;</a:t>
            </a:r>
            <a:r>
              <a:rPr lang="zh-CN" altLang="en-US" b="1" dirty="0"/>
              <a:t> </a:t>
            </a:r>
            <a:r>
              <a:rPr lang="en-US" altLang="zh-CN" dirty="0"/>
              <a:t>Jaccard measures this </a:t>
            </a:r>
            <a:r>
              <a:rPr lang="en-US" altLang="zh-CN" b="1" dirty="0"/>
              <a:t>overlap</a:t>
            </a:r>
            <a:r>
              <a:rPr lang="zh-CN" altLang="en-US" b="1" dirty="0"/>
              <a:t> </a:t>
            </a:r>
            <a:endParaRPr lang="en-US" altLang="zh-CN" b="1"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dirty="0"/>
              <a:t>Semantic Match</a:t>
            </a:r>
            <a:r>
              <a:rPr lang="en-US" altLang="zh-CN" b="1" dirty="0"/>
              <a:t> </a:t>
            </a:r>
            <a:r>
              <a:rPr lang="en-US" altLang="zh-CN" dirty="0"/>
              <a:t>It acts as a bridge. For example, it helps the system understand that ‘Coding’ and ‘Programming’ are related, even if the exact keyword is missing </a:t>
            </a:r>
          </a:p>
          <a:p>
            <a:pPr marL="0" lvl="0" indent="0" algn="l" rtl="0">
              <a:spcBef>
                <a:spcPts val="0"/>
              </a:spcBef>
              <a:spcAft>
                <a:spcPts val="0"/>
              </a:spcAft>
              <a:buNone/>
            </a:pPr>
            <a:r>
              <a:rPr lang="en-US" altLang="zh-CN" dirty="0"/>
              <a:t>Then we have </a:t>
            </a:r>
            <a:r>
              <a:rPr lang="en-US" altLang="zh-CN" b="1" dirty="0"/>
              <a:t>Role Match</a:t>
            </a:r>
            <a:r>
              <a:rPr lang="en-US" altLang="zh-CN" dirty="0"/>
              <a:t>. We actually already filter roles on the front end based on what the user types in, but this acts as a second layer of validation because we think role accuracy is really important. The same logic applies to </a:t>
            </a:r>
            <a:r>
              <a:rPr lang="en-US" altLang="zh-CN" b="1" dirty="0"/>
              <a:t>Experience</a:t>
            </a:r>
            <a:r>
              <a:rPr lang="en-US" altLang="zh-CN" dirty="0"/>
              <a:t> and </a:t>
            </a:r>
            <a:r>
              <a:rPr lang="en-US" altLang="zh-CN" b="1" dirty="0"/>
              <a:t>Location</a:t>
            </a:r>
            <a:r>
              <a:rPr lang="en-US" altLang="zh-CN" dirty="0"/>
              <a:t> as well — we gave each of those a 10% weight.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6"/>
        <p:cNvGrpSpPr/>
        <p:nvPr/>
      </p:nvGrpSpPr>
      <p:grpSpPr>
        <a:xfrm>
          <a:off x="0" y="0"/>
          <a:ext cx="0" cy="0"/>
          <a:chOff x="0" y="0"/>
          <a:chExt cx="0" cy="0"/>
        </a:xfrm>
      </p:grpSpPr>
      <p:sp>
        <p:nvSpPr>
          <p:cNvPr id="2157" name="Google Shape;2157;g3aeb91165d7_0_39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8" name="Google Shape;2158;g3aeb91165d7_0_39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dirty="0"/>
              <a:t>And for evaluation, we mainly checked the results ourselves. We focused on two metrics Basically, we wanted to see: out of the top 5 recommended jobs, how many are actually relevant, and how early the first perfect match shows up. The final performance turned out pretty good — that’s what it roughly looks like.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3"/>
        <p:cNvGrpSpPr/>
        <p:nvPr/>
      </p:nvGrpSpPr>
      <p:grpSpPr>
        <a:xfrm>
          <a:off x="0" y="0"/>
          <a:ext cx="0" cy="0"/>
          <a:chOff x="0" y="0"/>
          <a:chExt cx="0" cy="0"/>
        </a:xfrm>
      </p:grpSpPr>
      <p:sp>
        <p:nvSpPr>
          <p:cNvPr id="2164" name="Google Shape;2164;ga3c05abd0c_0_1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5" name="Google Shape;2165;ga3c05abd0c_0_1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8"/>
        <p:cNvGrpSpPr/>
        <p:nvPr/>
      </p:nvGrpSpPr>
      <p:grpSpPr>
        <a:xfrm>
          <a:off x="0" y="0"/>
          <a:ext cx="0" cy="0"/>
          <a:chOff x="0" y="0"/>
          <a:chExt cx="0" cy="0"/>
        </a:xfrm>
      </p:grpSpPr>
      <p:sp>
        <p:nvSpPr>
          <p:cNvPr id="2169" name="Google Shape;2169;g3ae09052be2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0" name="Google Shape;2170;g3ae09052be2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Alright, to wrap everything up —</a:t>
            </a:r>
            <a:endParaRPr/>
          </a:p>
          <a:p>
            <a:pPr marL="0" lvl="0" indent="0" algn="l" rtl="0">
              <a:spcBef>
                <a:spcPts val="0"/>
              </a:spcBef>
              <a:spcAft>
                <a:spcPts val="0"/>
              </a:spcAft>
              <a:buClr>
                <a:schemeClr val="dk1"/>
              </a:buClr>
              <a:buSzPts val="1100"/>
              <a:buFont typeface="Arial"/>
              <a:buNone/>
            </a:pPr>
            <a:r>
              <a:rPr lang="en"/>
              <a:t>we built a full end-to-end system that reads resumes, pulls live job posts, and ranks them using a hybrid model.</a:t>
            </a:r>
            <a:endParaRPr/>
          </a:p>
          <a:p>
            <a:pPr marL="0" lvl="0" indent="0" algn="l" rtl="0">
              <a:spcBef>
                <a:spcPts val="0"/>
              </a:spcBef>
              <a:spcAft>
                <a:spcPts val="0"/>
              </a:spcAft>
              <a:buClr>
                <a:schemeClr val="dk1"/>
              </a:buClr>
              <a:buSzPts val="1100"/>
              <a:buFont typeface="Arial"/>
              <a:buNone/>
            </a:pPr>
            <a:r>
              <a:rPr lang="en"/>
              <a:t>It combines semantic understanding with structured skill extraction to produce stable and transparent recommendations.</a:t>
            </a:r>
            <a:endParaRPr/>
          </a:p>
          <a:p>
            <a:pPr marL="0" lvl="0" indent="0" algn="l" rtl="0">
              <a:spcBef>
                <a:spcPts val="0"/>
              </a:spcBef>
              <a:spcAft>
                <a:spcPts val="0"/>
              </a:spcAft>
              <a:buNone/>
            </a:pPr>
            <a:r>
              <a:rPr lang="en"/>
              <a:t>And because it's running on Hugging Face Spaces, the system is fast, interpretable, and ready for real demo use.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4"/>
        <p:cNvGrpSpPr/>
        <p:nvPr/>
      </p:nvGrpSpPr>
      <p:grpSpPr>
        <a:xfrm>
          <a:off x="0" y="0"/>
          <a:ext cx="0" cy="0"/>
          <a:chOff x="0" y="0"/>
          <a:chExt cx="0" cy="0"/>
        </a:xfrm>
      </p:grpSpPr>
      <p:sp>
        <p:nvSpPr>
          <p:cNvPr id="2175" name="Google Shape;2175;g3ae09052be2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6" name="Google Shape;2176;g3ae09052be2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We also have a few limitations at this stage.</a:t>
            </a:r>
            <a:endParaRPr/>
          </a:p>
          <a:p>
            <a:pPr marL="0" lvl="0" indent="0" algn="l" rtl="0">
              <a:lnSpc>
                <a:spcPct val="115000"/>
              </a:lnSpc>
              <a:spcBef>
                <a:spcPts val="0"/>
              </a:spcBef>
              <a:spcAft>
                <a:spcPts val="0"/>
              </a:spcAft>
              <a:buClr>
                <a:schemeClr val="dk1"/>
              </a:buClr>
              <a:buSzPts val="1100"/>
              <a:buFont typeface="Arial"/>
              <a:buNone/>
            </a:pPr>
            <a:r>
              <a:rPr lang="en"/>
              <a:t>like Resume parsing can still be messy when PDFs are irregular.</a:t>
            </a:r>
            <a:endParaRPr/>
          </a:p>
          <a:p>
            <a:pPr marL="0" lvl="0" indent="0" algn="l" rtl="0">
              <a:lnSpc>
                <a:spcPct val="115000"/>
              </a:lnSpc>
              <a:spcBef>
                <a:spcPts val="0"/>
              </a:spcBef>
              <a:spcAft>
                <a:spcPts val="0"/>
              </a:spcAft>
              <a:buClr>
                <a:schemeClr val="dk1"/>
              </a:buClr>
              <a:buSzPts val="1100"/>
              <a:buFont typeface="Arial"/>
              <a:buNone/>
            </a:pPr>
            <a:r>
              <a:rPr lang="en"/>
              <a:t>TF-IDF sometimes gives shallow semantic understanding.</a:t>
            </a:r>
            <a:endParaRPr/>
          </a:p>
          <a:p>
            <a:pPr marL="0" lvl="0" indent="0" algn="l" rtl="0">
              <a:lnSpc>
                <a:spcPct val="115000"/>
              </a:lnSpc>
              <a:spcBef>
                <a:spcPts val="0"/>
              </a:spcBef>
              <a:spcAft>
                <a:spcPts val="0"/>
              </a:spcAft>
              <a:buClr>
                <a:schemeClr val="dk1"/>
              </a:buClr>
              <a:buSzPts val="1100"/>
              <a:buFont typeface="Arial"/>
              <a:buNone/>
            </a:pPr>
            <a:r>
              <a:rPr lang="en"/>
              <a:t>And for now, the system mainly works best for data and finance roles.</a:t>
            </a:r>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0"/>
        <p:cNvGrpSpPr/>
        <p:nvPr/>
      </p:nvGrpSpPr>
      <p:grpSpPr>
        <a:xfrm>
          <a:off x="0" y="0"/>
          <a:ext cx="0" cy="0"/>
          <a:chOff x="0" y="0"/>
          <a:chExt cx="0" cy="0"/>
        </a:xfrm>
      </p:grpSpPr>
      <p:sp>
        <p:nvSpPr>
          <p:cNvPr id="2181" name="Google Shape;2181;g3ae09052be2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2" name="Google Shape;2182;g3ae09052be2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Looking ahead, there are a few things we want to improve.</a:t>
            </a:r>
            <a:endParaRPr/>
          </a:p>
          <a:p>
            <a:pPr marL="0" lvl="0" indent="0" algn="l" rtl="0">
              <a:spcBef>
                <a:spcPts val="0"/>
              </a:spcBef>
              <a:spcAft>
                <a:spcPts val="0"/>
              </a:spcAft>
              <a:buClr>
                <a:schemeClr val="dk1"/>
              </a:buClr>
              <a:buSzPts val="1100"/>
              <a:buFont typeface="Arial"/>
              <a:buNone/>
            </a:pPr>
            <a:r>
              <a:rPr lang="en"/>
              <a:t>We’d like to add cross-encoder reranking so the semantic matching gets a lot stronger.</a:t>
            </a:r>
            <a:endParaRPr/>
          </a:p>
          <a:p>
            <a:pPr marL="0" lvl="0" indent="0" algn="l" rtl="0">
              <a:spcBef>
                <a:spcPts val="0"/>
              </a:spcBef>
              <a:spcAft>
                <a:spcPts val="0"/>
              </a:spcAft>
              <a:buClr>
                <a:schemeClr val="dk1"/>
              </a:buClr>
              <a:buSzPts val="1100"/>
              <a:buFont typeface="Arial"/>
              <a:buNone/>
            </a:pPr>
            <a:r>
              <a:rPr lang="en"/>
              <a:t>We also want the skill ontology to grow on its own as new terms show up.</a:t>
            </a:r>
            <a:endParaRPr/>
          </a:p>
          <a:p>
            <a:pPr marL="0" lvl="0" indent="0" algn="l" rtl="0">
              <a:spcBef>
                <a:spcPts val="0"/>
              </a:spcBef>
              <a:spcAft>
                <a:spcPts val="0"/>
              </a:spcAft>
              <a:buNone/>
            </a:pPr>
            <a:r>
              <a:rPr lang="en"/>
              <a:t>And last, we hope to expand beyond just data and finance roles by adding broader role classifiers.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7"/>
        <p:cNvGrpSpPr/>
        <p:nvPr/>
      </p:nvGrpSpPr>
      <p:grpSpPr>
        <a:xfrm>
          <a:off x="0" y="0"/>
          <a:ext cx="0" cy="0"/>
          <a:chOff x="0" y="0"/>
          <a:chExt cx="0" cy="0"/>
        </a:xfrm>
      </p:grpSpPr>
      <p:sp>
        <p:nvSpPr>
          <p:cNvPr id="2188" name="Google Shape;2188;g9c487f8d59_0_18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9" name="Google Shape;2189;g9c487f8d59_0_18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194950" y="1243575"/>
            <a:ext cx="4746300" cy="20526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5950" y="3296175"/>
            <a:ext cx="32922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016200" y="1122100"/>
            <a:ext cx="3527100" cy="13341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 name="Google Shape;13;p3"/>
          <p:cNvSpPr txBox="1">
            <a:spLocks noGrp="1"/>
          </p:cNvSpPr>
          <p:nvPr>
            <p:ph type="title" idx="2" hasCustomPrompt="1"/>
          </p:nvPr>
        </p:nvSpPr>
        <p:spPr>
          <a:xfrm>
            <a:off x="1399800" y="1122100"/>
            <a:ext cx="1464000" cy="661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6000"/>
            </a:lvl1pPr>
            <a:lvl2pPr lvl="1" rtl="0">
              <a:spcBef>
                <a:spcPts val="0"/>
              </a:spcBef>
              <a:spcAft>
                <a:spcPts val="0"/>
              </a:spcAft>
              <a:buSzPts val="12000"/>
              <a:buFont typeface="Montserrat Light"/>
              <a:buNone/>
              <a:defRPr sz="12000">
                <a:latin typeface="Montserrat Light"/>
                <a:ea typeface="Montserrat Light"/>
                <a:cs typeface="Montserrat Light"/>
                <a:sym typeface="Montserrat Light"/>
              </a:defRPr>
            </a:lvl2pPr>
            <a:lvl3pPr lvl="2" rtl="0">
              <a:spcBef>
                <a:spcPts val="0"/>
              </a:spcBef>
              <a:spcAft>
                <a:spcPts val="0"/>
              </a:spcAft>
              <a:buSzPts val="12000"/>
              <a:buFont typeface="Montserrat Light"/>
              <a:buNone/>
              <a:defRPr sz="12000">
                <a:latin typeface="Montserrat Light"/>
                <a:ea typeface="Montserrat Light"/>
                <a:cs typeface="Montserrat Light"/>
                <a:sym typeface="Montserrat Light"/>
              </a:defRPr>
            </a:lvl3pPr>
            <a:lvl4pPr lvl="3" rtl="0">
              <a:spcBef>
                <a:spcPts val="0"/>
              </a:spcBef>
              <a:spcAft>
                <a:spcPts val="0"/>
              </a:spcAft>
              <a:buSzPts val="12000"/>
              <a:buFont typeface="Montserrat Light"/>
              <a:buNone/>
              <a:defRPr sz="12000">
                <a:latin typeface="Montserrat Light"/>
                <a:ea typeface="Montserrat Light"/>
                <a:cs typeface="Montserrat Light"/>
                <a:sym typeface="Montserrat Light"/>
              </a:defRPr>
            </a:lvl4pPr>
            <a:lvl5pPr lvl="4" rtl="0">
              <a:spcBef>
                <a:spcPts val="0"/>
              </a:spcBef>
              <a:spcAft>
                <a:spcPts val="0"/>
              </a:spcAft>
              <a:buSzPts val="12000"/>
              <a:buFont typeface="Montserrat Light"/>
              <a:buNone/>
              <a:defRPr sz="12000">
                <a:latin typeface="Montserrat Light"/>
                <a:ea typeface="Montserrat Light"/>
                <a:cs typeface="Montserrat Light"/>
                <a:sym typeface="Montserrat Light"/>
              </a:defRPr>
            </a:lvl5pPr>
            <a:lvl6pPr lvl="5" rtl="0">
              <a:spcBef>
                <a:spcPts val="0"/>
              </a:spcBef>
              <a:spcAft>
                <a:spcPts val="0"/>
              </a:spcAft>
              <a:buSzPts val="12000"/>
              <a:buFont typeface="Montserrat Light"/>
              <a:buNone/>
              <a:defRPr sz="12000">
                <a:latin typeface="Montserrat Light"/>
                <a:ea typeface="Montserrat Light"/>
                <a:cs typeface="Montserrat Light"/>
                <a:sym typeface="Montserrat Light"/>
              </a:defRPr>
            </a:lvl6pPr>
            <a:lvl7pPr lvl="6" rtl="0">
              <a:spcBef>
                <a:spcPts val="0"/>
              </a:spcBef>
              <a:spcAft>
                <a:spcPts val="0"/>
              </a:spcAft>
              <a:buSzPts val="12000"/>
              <a:buFont typeface="Montserrat Light"/>
              <a:buNone/>
              <a:defRPr sz="12000">
                <a:latin typeface="Montserrat Light"/>
                <a:ea typeface="Montserrat Light"/>
                <a:cs typeface="Montserrat Light"/>
                <a:sym typeface="Montserrat Light"/>
              </a:defRPr>
            </a:lvl7pPr>
            <a:lvl8pPr lvl="7" rtl="0">
              <a:spcBef>
                <a:spcPts val="0"/>
              </a:spcBef>
              <a:spcAft>
                <a:spcPts val="0"/>
              </a:spcAft>
              <a:buSzPts val="12000"/>
              <a:buFont typeface="Montserrat Light"/>
              <a:buNone/>
              <a:defRPr sz="12000">
                <a:latin typeface="Montserrat Light"/>
                <a:ea typeface="Montserrat Light"/>
                <a:cs typeface="Montserrat Light"/>
                <a:sym typeface="Montserrat Light"/>
              </a:defRPr>
            </a:lvl8pPr>
            <a:lvl9pPr lvl="8" rtl="0">
              <a:spcBef>
                <a:spcPts val="0"/>
              </a:spcBef>
              <a:spcAft>
                <a:spcPts val="0"/>
              </a:spcAft>
              <a:buSzPts val="12000"/>
              <a:buFont typeface="Montserrat Light"/>
              <a:buNone/>
              <a:defRPr sz="12000">
                <a:latin typeface="Montserrat Light"/>
                <a:ea typeface="Montserrat Light"/>
                <a:cs typeface="Montserrat Light"/>
                <a:sym typeface="Montserrat Light"/>
              </a:defRPr>
            </a:lvl9pPr>
          </a:lstStyle>
          <a:p>
            <a:r>
              <a:t>xx%</a:t>
            </a:r>
          </a:p>
        </p:txBody>
      </p:sp>
      <p:sp>
        <p:nvSpPr>
          <p:cNvPr id="14" name="Google Shape;14;p3"/>
          <p:cNvSpPr txBox="1">
            <a:spLocks noGrp="1"/>
          </p:cNvSpPr>
          <p:nvPr>
            <p:ph type="subTitle" idx="1"/>
          </p:nvPr>
        </p:nvSpPr>
        <p:spPr>
          <a:xfrm>
            <a:off x="3016200" y="3237148"/>
            <a:ext cx="2389200" cy="58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000"/>
              <a:buNone/>
              <a:defRPr>
                <a:solidFill>
                  <a:schemeClr val="dk1"/>
                </a:solidFill>
              </a:defRPr>
            </a:lvl1pPr>
            <a:lvl2pPr lvl="1"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2pPr>
            <a:lvl3pPr lvl="2"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3pPr>
            <a:lvl4pPr lvl="3"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4pPr>
            <a:lvl5pPr lvl="4"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5pPr>
            <a:lvl6pPr lvl="5"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6pPr>
            <a:lvl7pPr lvl="6"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7pPr>
            <a:lvl8pPr lvl="7"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8pPr>
            <a:lvl9pPr lvl="8"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9pPr>
          </a:lstStyle>
          <a:p>
            <a:endParaRPr/>
          </a:p>
        </p:txBody>
      </p:sp>
      <p:cxnSp>
        <p:nvCxnSpPr>
          <p:cNvPr id="15" name="Google Shape;15;p3"/>
          <p:cNvCxnSpPr/>
          <p:nvPr/>
        </p:nvCxnSpPr>
        <p:spPr>
          <a:xfrm>
            <a:off x="2940913" y="-12"/>
            <a:ext cx="0" cy="2753700"/>
          </a:xfrm>
          <a:prstGeom prst="straightConnector1">
            <a:avLst/>
          </a:prstGeom>
          <a:noFill/>
          <a:ln w="28575" cap="flat" cmpd="sng">
            <a:solidFill>
              <a:schemeClr val="accent4"/>
            </a:solidFill>
            <a:prstDash val="solid"/>
            <a:round/>
            <a:headEnd type="none" w="med" len="med"/>
            <a:tailEnd type="none" w="med" len="med"/>
          </a:ln>
        </p:spPr>
      </p:cxnSp>
      <p:grpSp>
        <p:nvGrpSpPr>
          <p:cNvPr id="16" name="Google Shape;16;p3"/>
          <p:cNvGrpSpPr/>
          <p:nvPr/>
        </p:nvGrpSpPr>
        <p:grpSpPr>
          <a:xfrm flipH="1">
            <a:off x="0" y="2933725"/>
            <a:ext cx="2044793" cy="2209776"/>
            <a:chOff x="1384075" y="241450"/>
            <a:chExt cx="4822625" cy="5215425"/>
          </a:xfrm>
        </p:grpSpPr>
        <p:sp>
          <p:nvSpPr>
            <p:cNvPr id="17" name="Google Shape;17;p3"/>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4827375" y="1479000"/>
              <a:ext cx="691350" cy="795600"/>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4827375" y="1875125"/>
              <a:ext cx="691350" cy="1195050"/>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5518700" y="2274575"/>
              <a:ext cx="688000" cy="795600"/>
            </a:xfrm>
            <a:custGeom>
              <a:avLst/>
              <a:gdLst/>
              <a:ahLst/>
              <a:cxnLst/>
              <a:rect l="l" t="t" r="r" b="b"/>
              <a:pathLst>
                <a:path w="27520" h="31824" extrusionOk="0">
                  <a:moveTo>
                    <a:pt x="0" y="0"/>
                  </a:moveTo>
                  <a:lnTo>
                    <a:pt x="0" y="31823"/>
                  </a:lnTo>
                  <a:lnTo>
                    <a:pt x="27520" y="15978"/>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4827375" y="3865700"/>
              <a:ext cx="691350" cy="1195050"/>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4830700" y="4661275"/>
              <a:ext cx="688025" cy="795600"/>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5518700" y="3865700"/>
              <a:ext cx="688000" cy="795600"/>
            </a:xfrm>
            <a:custGeom>
              <a:avLst/>
              <a:gdLst/>
              <a:ahLst/>
              <a:cxnLst/>
              <a:rect l="l" t="t" r="r" b="b"/>
              <a:pathLst>
                <a:path w="27520" h="31824" extrusionOk="0">
                  <a:moveTo>
                    <a:pt x="0" y="1"/>
                  </a:moveTo>
                  <a:lnTo>
                    <a:pt x="0" y="31824"/>
                  </a:lnTo>
                  <a:lnTo>
                    <a:pt x="27520"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4139375" y="2670675"/>
              <a:ext cx="688025" cy="798950"/>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139375" y="3070150"/>
              <a:ext cx="688025" cy="795575"/>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3451375" y="3070150"/>
              <a:ext cx="688025" cy="795575"/>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3451375" y="1479000"/>
              <a:ext cx="688025" cy="795600"/>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3448050" y="1878450"/>
              <a:ext cx="694675" cy="1191725"/>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4139375" y="1878450"/>
              <a:ext cx="688025" cy="1191725"/>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4382875" y="241450"/>
              <a:ext cx="201000" cy="22935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4139375" y="682600"/>
              <a:ext cx="688025" cy="796425"/>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3451375" y="4661275"/>
              <a:ext cx="1376025" cy="795600"/>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4139375" y="3865700"/>
              <a:ext cx="688025" cy="1195050"/>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4139375" y="3469600"/>
              <a:ext cx="688025" cy="795575"/>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3451375" y="3469600"/>
              <a:ext cx="688025" cy="795575"/>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3451375" y="2670675"/>
              <a:ext cx="1376025" cy="1195050"/>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2760050" y="2670675"/>
              <a:ext cx="691350" cy="798950"/>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2760050" y="3070150"/>
              <a:ext cx="691350" cy="795575"/>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2072075" y="1479000"/>
              <a:ext cx="688000" cy="795600"/>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1967825" y="2486400"/>
              <a:ext cx="322750" cy="371950"/>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2065400" y="1412275"/>
              <a:ext cx="218500" cy="254375"/>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2760050" y="1878450"/>
              <a:ext cx="691350" cy="1191725"/>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2760050" y="1479000"/>
              <a:ext cx="691350" cy="795600"/>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2072075" y="3865700"/>
              <a:ext cx="688000" cy="795600"/>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1384075" y="4661275"/>
              <a:ext cx="688025" cy="795600"/>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2760050" y="3865700"/>
              <a:ext cx="691350" cy="1591175"/>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2760050" y="3469600"/>
              <a:ext cx="691350" cy="795575"/>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3448050" y="3469600"/>
              <a:ext cx="691350" cy="159115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2760050" y="2670675"/>
              <a:ext cx="1379350" cy="1195050"/>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 name="Google Shape;61;p3"/>
          <p:cNvGrpSpPr/>
          <p:nvPr/>
        </p:nvGrpSpPr>
        <p:grpSpPr>
          <a:xfrm flipH="1">
            <a:off x="6934090" y="-76200"/>
            <a:ext cx="2286103" cy="2895537"/>
            <a:chOff x="-26858" y="-227337"/>
            <a:chExt cx="2186403" cy="2757917"/>
          </a:xfrm>
        </p:grpSpPr>
        <p:sp>
          <p:nvSpPr>
            <p:cNvPr id="62" name="Google Shape;62;p3"/>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2"/>
        <p:cNvGrpSpPr/>
        <p:nvPr/>
      </p:nvGrpSpPr>
      <p:grpSpPr>
        <a:xfrm>
          <a:off x="0" y="0"/>
          <a:ext cx="0" cy="0"/>
          <a:chOff x="0" y="0"/>
          <a:chExt cx="0" cy="0"/>
        </a:xfrm>
      </p:grpSpPr>
      <p:sp>
        <p:nvSpPr>
          <p:cNvPr id="103" name="Google Shape;103;p4"/>
          <p:cNvSpPr txBox="1">
            <a:spLocks noGrp="1"/>
          </p:cNvSpPr>
          <p:nvPr>
            <p:ph type="ctrTitle"/>
          </p:nvPr>
        </p:nvSpPr>
        <p:spPr>
          <a:xfrm flipH="1">
            <a:off x="770725" y="468450"/>
            <a:ext cx="44631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04" name="Google Shape;104;p4"/>
          <p:cNvCxnSpPr/>
          <p:nvPr/>
        </p:nvCxnSpPr>
        <p:spPr>
          <a:xfrm>
            <a:off x="498025" y="-63925"/>
            <a:ext cx="0" cy="1124100"/>
          </a:xfrm>
          <a:prstGeom prst="straightConnector1">
            <a:avLst/>
          </a:prstGeom>
          <a:noFill/>
          <a:ln w="28575" cap="flat" cmpd="sng">
            <a:solidFill>
              <a:schemeClr val="lt2"/>
            </a:solidFill>
            <a:prstDash val="solid"/>
            <a:round/>
            <a:headEnd type="none" w="med" len="med"/>
            <a:tailEnd type="none" w="med" len="med"/>
          </a:ln>
        </p:spPr>
      </p:cxnSp>
      <p:sp>
        <p:nvSpPr>
          <p:cNvPr id="105" name="Google Shape;105;p4"/>
          <p:cNvSpPr txBox="1">
            <a:spLocks noGrp="1"/>
          </p:cNvSpPr>
          <p:nvPr>
            <p:ph type="subTitle" idx="1"/>
          </p:nvPr>
        </p:nvSpPr>
        <p:spPr>
          <a:xfrm>
            <a:off x="770700" y="1216175"/>
            <a:ext cx="7662600" cy="33924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AutoNum type="arabicPeriod"/>
              <a:defRPr sz="1000"/>
            </a:lvl1pPr>
            <a:lvl2pPr lvl="1" rtl="0">
              <a:spcBef>
                <a:spcPts val="1600"/>
              </a:spcBef>
              <a:spcAft>
                <a:spcPts val="0"/>
              </a:spcAft>
              <a:buSzPts val="1000"/>
              <a:buNone/>
              <a:defRPr sz="1000"/>
            </a:lvl2pPr>
            <a:lvl3pPr lvl="2" rtl="0">
              <a:spcBef>
                <a:spcPts val="1600"/>
              </a:spcBef>
              <a:spcAft>
                <a:spcPts val="0"/>
              </a:spcAft>
              <a:buSzPts val="1000"/>
              <a:buAutoNum type="romanLcPeriod"/>
              <a:defRPr sz="1000"/>
            </a:lvl3pPr>
            <a:lvl4pPr lvl="3" rtl="0">
              <a:spcBef>
                <a:spcPts val="1600"/>
              </a:spcBef>
              <a:spcAft>
                <a:spcPts val="0"/>
              </a:spcAft>
              <a:buSzPts val="1000"/>
              <a:buAutoNum type="arabicPeriod"/>
              <a:defRPr sz="1000"/>
            </a:lvl4pPr>
            <a:lvl5pPr lvl="4" rtl="0">
              <a:spcBef>
                <a:spcPts val="1600"/>
              </a:spcBef>
              <a:spcAft>
                <a:spcPts val="0"/>
              </a:spcAft>
              <a:buSzPts val="1000"/>
              <a:buAutoNum type="alphaLcPeriod"/>
              <a:defRPr sz="1000"/>
            </a:lvl5pPr>
            <a:lvl6pPr lvl="5" rtl="0">
              <a:spcBef>
                <a:spcPts val="1600"/>
              </a:spcBef>
              <a:spcAft>
                <a:spcPts val="0"/>
              </a:spcAft>
              <a:buSzPts val="1000"/>
              <a:buAutoNum type="romanLcPeriod"/>
              <a:defRPr sz="1000"/>
            </a:lvl6pPr>
            <a:lvl7pPr lvl="6" rtl="0">
              <a:spcBef>
                <a:spcPts val="1600"/>
              </a:spcBef>
              <a:spcAft>
                <a:spcPts val="0"/>
              </a:spcAft>
              <a:buSzPts val="1000"/>
              <a:buAutoNum type="arabicPeriod"/>
              <a:defRPr sz="1000"/>
            </a:lvl7pPr>
            <a:lvl8pPr lvl="7" rtl="0">
              <a:spcBef>
                <a:spcPts val="1600"/>
              </a:spcBef>
              <a:spcAft>
                <a:spcPts val="0"/>
              </a:spcAft>
              <a:buSzPts val="1000"/>
              <a:buAutoNum type="alphaLcPeriod"/>
              <a:defRPr sz="1000"/>
            </a:lvl8pPr>
            <a:lvl9pPr lvl="8" rtl="0">
              <a:spcBef>
                <a:spcPts val="1600"/>
              </a:spcBef>
              <a:spcAft>
                <a:spcPts val="1600"/>
              </a:spcAft>
              <a:buSzPts val="1000"/>
              <a:buAutoNum type="romanLcPeriod"/>
              <a:defRPr sz="1000"/>
            </a:lvl9pPr>
          </a:lstStyle>
          <a:p>
            <a:endParaRPr/>
          </a:p>
        </p:txBody>
      </p:sp>
      <p:grpSp>
        <p:nvGrpSpPr>
          <p:cNvPr id="106" name="Google Shape;106;p4"/>
          <p:cNvGrpSpPr/>
          <p:nvPr/>
        </p:nvGrpSpPr>
        <p:grpSpPr>
          <a:xfrm rot="5400000" flipH="1">
            <a:off x="7613820" y="3611830"/>
            <a:ext cx="877851" cy="2209091"/>
            <a:chOff x="-26858" y="-227337"/>
            <a:chExt cx="1093215" cy="2757917"/>
          </a:xfrm>
        </p:grpSpPr>
        <p:sp>
          <p:nvSpPr>
            <p:cNvPr id="107" name="Google Shape;107;p4"/>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4"/>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4"/>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4"/>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4"/>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9"/>
        <p:cNvGrpSpPr/>
        <p:nvPr/>
      </p:nvGrpSpPr>
      <p:grpSpPr>
        <a:xfrm>
          <a:off x="0" y="0"/>
          <a:ext cx="0" cy="0"/>
          <a:chOff x="0" y="0"/>
          <a:chExt cx="0" cy="0"/>
        </a:xfrm>
      </p:grpSpPr>
      <p:sp>
        <p:nvSpPr>
          <p:cNvPr id="130" name="Google Shape;130;p5"/>
          <p:cNvSpPr txBox="1">
            <a:spLocks noGrp="1"/>
          </p:cNvSpPr>
          <p:nvPr>
            <p:ph type="ctrTitle"/>
          </p:nvPr>
        </p:nvSpPr>
        <p:spPr>
          <a:xfrm flipH="1">
            <a:off x="770700" y="468450"/>
            <a:ext cx="80955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31" name="Google Shape;131;p5"/>
          <p:cNvCxnSpPr/>
          <p:nvPr/>
        </p:nvCxnSpPr>
        <p:spPr>
          <a:xfrm>
            <a:off x="498025" y="-44700"/>
            <a:ext cx="0" cy="1104900"/>
          </a:xfrm>
          <a:prstGeom prst="straightConnector1">
            <a:avLst/>
          </a:prstGeom>
          <a:noFill/>
          <a:ln w="28575" cap="flat" cmpd="sng">
            <a:solidFill>
              <a:schemeClr val="lt2"/>
            </a:solidFill>
            <a:prstDash val="solid"/>
            <a:round/>
            <a:headEnd type="none" w="med" len="med"/>
            <a:tailEnd type="none" w="med" len="med"/>
          </a:ln>
        </p:spPr>
      </p:cxnSp>
      <p:sp>
        <p:nvSpPr>
          <p:cNvPr id="132" name="Google Shape;132;p5"/>
          <p:cNvSpPr txBox="1">
            <a:spLocks noGrp="1"/>
          </p:cNvSpPr>
          <p:nvPr>
            <p:ph type="subTitle" idx="1"/>
          </p:nvPr>
        </p:nvSpPr>
        <p:spPr>
          <a:xfrm>
            <a:off x="3280813" y="1046250"/>
            <a:ext cx="1965900" cy="576000"/>
          </a:xfrm>
          <a:prstGeom prst="rect">
            <a:avLst/>
          </a:prstGeom>
        </p:spPr>
        <p:txBody>
          <a:bodyPr spcFirstLastPara="1" wrap="square" lIns="91425" tIns="91425" rIns="91425" bIns="91425" anchor="b" anchorCtr="0">
            <a:noAutofit/>
          </a:bodyPr>
          <a:lstStyle>
            <a:lvl1pPr lvl="0">
              <a:spcBef>
                <a:spcPts val="0"/>
              </a:spcBef>
              <a:spcAft>
                <a:spcPts val="0"/>
              </a:spcAft>
              <a:buSzPts val="1800"/>
              <a:buFont typeface="Barlow Condensed SemiBold"/>
              <a:buNone/>
              <a:defRPr sz="1800">
                <a:solidFill>
                  <a:schemeClr val="dk1"/>
                </a:solidFill>
                <a:latin typeface="Barlow Condensed SemiBold"/>
                <a:ea typeface="Barlow Condensed SemiBold"/>
                <a:cs typeface="Barlow Condensed SemiBold"/>
                <a:sym typeface="Barlow Condensed SemiBold"/>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33" name="Google Shape;133;p5"/>
          <p:cNvSpPr txBox="1">
            <a:spLocks noGrp="1"/>
          </p:cNvSpPr>
          <p:nvPr>
            <p:ph type="subTitle" idx="2"/>
          </p:nvPr>
        </p:nvSpPr>
        <p:spPr>
          <a:xfrm>
            <a:off x="3282700" y="1925451"/>
            <a:ext cx="4614000" cy="711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100"/>
              <a:buChar char="●"/>
              <a:defRPr/>
            </a:lvl1pPr>
            <a:lvl2pPr lvl="1" rtl="0">
              <a:spcBef>
                <a:spcPts val="0"/>
              </a:spcBef>
              <a:spcAft>
                <a:spcPts val="0"/>
              </a:spcAft>
              <a:buSzPts val="1100"/>
              <a:buChar char="○"/>
              <a:defRPr sz="1100"/>
            </a:lvl2pPr>
            <a:lvl3pPr lvl="2" rtl="0">
              <a:spcBef>
                <a:spcPts val="1600"/>
              </a:spcBef>
              <a:spcAft>
                <a:spcPts val="0"/>
              </a:spcAft>
              <a:buSzPts val="1100"/>
              <a:buChar char="■"/>
              <a:defRPr sz="1100"/>
            </a:lvl3pPr>
            <a:lvl4pPr lvl="3" rtl="0">
              <a:spcBef>
                <a:spcPts val="1600"/>
              </a:spcBef>
              <a:spcAft>
                <a:spcPts val="0"/>
              </a:spcAft>
              <a:buSzPts val="1100"/>
              <a:buChar char="●"/>
              <a:defRPr sz="1100"/>
            </a:lvl4pPr>
            <a:lvl5pPr lvl="4" rtl="0">
              <a:spcBef>
                <a:spcPts val="1600"/>
              </a:spcBef>
              <a:spcAft>
                <a:spcPts val="0"/>
              </a:spcAft>
              <a:buSzPts val="1100"/>
              <a:buChar char="○"/>
              <a:defRPr sz="1100"/>
            </a:lvl5pPr>
            <a:lvl6pPr lvl="5" rtl="0">
              <a:spcBef>
                <a:spcPts val="1600"/>
              </a:spcBef>
              <a:spcAft>
                <a:spcPts val="0"/>
              </a:spcAft>
              <a:buSzPts val="1100"/>
              <a:buChar char="■"/>
              <a:defRPr sz="1100"/>
            </a:lvl6pPr>
            <a:lvl7pPr lvl="6" rtl="0">
              <a:spcBef>
                <a:spcPts val="1600"/>
              </a:spcBef>
              <a:spcAft>
                <a:spcPts val="0"/>
              </a:spcAft>
              <a:buSzPts val="1100"/>
              <a:buChar char="●"/>
              <a:defRPr sz="1100"/>
            </a:lvl7pPr>
            <a:lvl8pPr lvl="7" rtl="0">
              <a:spcBef>
                <a:spcPts val="1600"/>
              </a:spcBef>
              <a:spcAft>
                <a:spcPts val="0"/>
              </a:spcAft>
              <a:buSzPts val="1100"/>
              <a:buChar char="○"/>
              <a:defRPr sz="1100"/>
            </a:lvl8pPr>
            <a:lvl9pPr lvl="8" rtl="0">
              <a:spcBef>
                <a:spcPts val="1600"/>
              </a:spcBef>
              <a:spcAft>
                <a:spcPts val="1600"/>
              </a:spcAft>
              <a:buSzPts val="1100"/>
              <a:buChar char="■"/>
              <a:defRPr sz="1100"/>
            </a:lvl9pPr>
          </a:lstStyle>
          <a:p>
            <a:endParaRPr/>
          </a:p>
        </p:txBody>
      </p:sp>
      <p:sp>
        <p:nvSpPr>
          <p:cNvPr id="134" name="Google Shape;134;p5"/>
          <p:cNvSpPr txBox="1">
            <a:spLocks noGrp="1"/>
          </p:cNvSpPr>
          <p:nvPr>
            <p:ph type="title" idx="3" hasCustomPrompt="1"/>
          </p:nvPr>
        </p:nvSpPr>
        <p:spPr>
          <a:xfrm>
            <a:off x="5654113" y="1046250"/>
            <a:ext cx="1965900" cy="576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18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r>
              <a:t>xx%</a:t>
            </a:r>
          </a:p>
        </p:txBody>
      </p:sp>
      <p:sp>
        <p:nvSpPr>
          <p:cNvPr id="135" name="Google Shape;135;p5"/>
          <p:cNvSpPr txBox="1">
            <a:spLocks noGrp="1"/>
          </p:cNvSpPr>
          <p:nvPr>
            <p:ph type="subTitle" idx="4"/>
          </p:nvPr>
        </p:nvSpPr>
        <p:spPr>
          <a:xfrm>
            <a:off x="3280813" y="1636850"/>
            <a:ext cx="4343400" cy="365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Barlow Condensed Medium"/>
              <a:buNone/>
              <a:defRPr>
                <a:latin typeface="Barlow Condensed Medium"/>
                <a:ea typeface="Barlow Condensed Medium"/>
                <a:cs typeface="Barlow Condensed Medium"/>
                <a:sym typeface="Barlow Condensed Mediu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36" name="Google Shape;136;p5"/>
          <p:cNvSpPr txBox="1">
            <a:spLocks noGrp="1"/>
          </p:cNvSpPr>
          <p:nvPr>
            <p:ph type="subTitle" idx="5"/>
          </p:nvPr>
        </p:nvSpPr>
        <p:spPr>
          <a:xfrm>
            <a:off x="3280813" y="3003575"/>
            <a:ext cx="1965900" cy="5760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Font typeface="Barlow Condensed SemiBold"/>
              <a:buNone/>
              <a:defRPr sz="18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37" name="Google Shape;137;p5"/>
          <p:cNvSpPr txBox="1">
            <a:spLocks noGrp="1"/>
          </p:cNvSpPr>
          <p:nvPr>
            <p:ph type="subTitle" idx="6"/>
          </p:nvPr>
        </p:nvSpPr>
        <p:spPr>
          <a:xfrm>
            <a:off x="3282700" y="3882776"/>
            <a:ext cx="4614000" cy="711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100"/>
              <a:buChar char="●"/>
              <a:defRPr/>
            </a:lvl1pPr>
            <a:lvl2pPr lvl="1" rtl="0">
              <a:spcBef>
                <a:spcPts val="0"/>
              </a:spcBef>
              <a:spcAft>
                <a:spcPts val="0"/>
              </a:spcAft>
              <a:buSzPts val="1100"/>
              <a:buChar char="○"/>
              <a:defRPr sz="1100"/>
            </a:lvl2pPr>
            <a:lvl3pPr lvl="2" rtl="0">
              <a:spcBef>
                <a:spcPts val="1600"/>
              </a:spcBef>
              <a:spcAft>
                <a:spcPts val="0"/>
              </a:spcAft>
              <a:buSzPts val="1100"/>
              <a:buChar char="■"/>
              <a:defRPr sz="1100"/>
            </a:lvl3pPr>
            <a:lvl4pPr lvl="3" rtl="0">
              <a:spcBef>
                <a:spcPts val="1600"/>
              </a:spcBef>
              <a:spcAft>
                <a:spcPts val="0"/>
              </a:spcAft>
              <a:buSzPts val="1100"/>
              <a:buChar char="●"/>
              <a:defRPr sz="1100"/>
            </a:lvl4pPr>
            <a:lvl5pPr lvl="4" rtl="0">
              <a:spcBef>
                <a:spcPts val="1600"/>
              </a:spcBef>
              <a:spcAft>
                <a:spcPts val="0"/>
              </a:spcAft>
              <a:buSzPts val="1100"/>
              <a:buChar char="○"/>
              <a:defRPr sz="1100"/>
            </a:lvl5pPr>
            <a:lvl6pPr lvl="5" rtl="0">
              <a:spcBef>
                <a:spcPts val="1600"/>
              </a:spcBef>
              <a:spcAft>
                <a:spcPts val="0"/>
              </a:spcAft>
              <a:buSzPts val="1100"/>
              <a:buChar char="■"/>
              <a:defRPr sz="1100"/>
            </a:lvl6pPr>
            <a:lvl7pPr lvl="6" rtl="0">
              <a:spcBef>
                <a:spcPts val="1600"/>
              </a:spcBef>
              <a:spcAft>
                <a:spcPts val="0"/>
              </a:spcAft>
              <a:buSzPts val="1100"/>
              <a:buChar char="●"/>
              <a:defRPr sz="1100"/>
            </a:lvl7pPr>
            <a:lvl8pPr lvl="7" rtl="0">
              <a:spcBef>
                <a:spcPts val="1600"/>
              </a:spcBef>
              <a:spcAft>
                <a:spcPts val="0"/>
              </a:spcAft>
              <a:buSzPts val="1100"/>
              <a:buChar char="○"/>
              <a:defRPr sz="1100"/>
            </a:lvl8pPr>
            <a:lvl9pPr lvl="8" rtl="0">
              <a:spcBef>
                <a:spcPts val="1600"/>
              </a:spcBef>
              <a:spcAft>
                <a:spcPts val="1600"/>
              </a:spcAft>
              <a:buSzPts val="1100"/>
              <a:buChar char="■"/>
              <a:defRPr sz="1100"/>
            </a:lvl9pPr>
          </a:lstStyle>
          <a:p>
            <a:endParaRPr/>
          </a:p>
        </p:txBody>
      </p:sp>
      <p:sp>
        <p:nvSpPr>
          <p:cNvPr id="138" name="Google Shape;138;p5"/>
          <p:cNvSpPr txBox="1">
            <a:spLocks noGrp="1"/>
          </p:cNvSpPr>
          <p:nvPr>
            <p:ph type="title" idx="7" hasCustomPrompt="1"/>
          </p:nvPr>
        </p:nvSpPr>
        <p:spPr>
          <a:xfrm>
            <a:off x="5654113" y="3003575"/>
            <a:ext cx="1965900" cy="576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18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r>
              <a:t>xx%</a:t>
            </a:r>
          </a:p>
        </p:txBody>
      </p:sp>
      <p:sp>
        <p:nvSpPr>
          <p:cNvPr id="139" name="Google Shape;139;p5"/>
          <p:cNvSpPr txBox="1">
            <a:spLocks noGrp="1"/>
          </p:cNvSpPr>
          <p:nvPr>
            <p:ph type="subTitle" idx="8"/>
          </p:nvPr>
        </p:nvSpPr>
        <p:spPr>
          <a:xfrm>
            <a:off x="3280813" y="3594175"/>
            <a:ext cx="4343400" cy="365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Barlow Condensed Medium"/>
              <a:buNone/>
              <a:defRPr>
                <a:latin typeface="Barlow Condensed Medium"/>
                <a:ea typeface="Barlow Condensed Medium"/>
                <a:cs typeface="Barlow Condensed Medium"/>
                <a:sym typeface="Barlow Condensed Mediu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140" name="Google Shape;140;p5"/>
          <p:cNvGrpSpPr/>
          <p:nvPr/>
        </p:nvGrpSpPr>
        <p:grpSpPr>
          <a:xfrm rot="5400000" flipH="1">
            <a:off x="7613820" y="3611830"/>
            <a:ext cx="877851" cy="2209091"/>
            <a:chOff x="-26858" y="-227337"/>
            <a:chExt cx="1093215" cy="2757917"/>
          </a:xfrm>
        </p:grpSpPr>
        <p:sp>
          <p:nvSpPr>
            <p:cNvPr id="141" name="Google Shape;141;p5"/>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sp>
        <p:nvSpPr>
          <p:cNvPr id="164" name="Google Shape;164;p6"/>
          <p:cNvSpPr txBox="1">
            <a:spLocks noGrp="1"/>
          </p:cNvSpPr>
          <p:nvPr>
            <p:ph type="ctrTitle"/>
          </p:nvPr>
        </p:nvSpPr>
        <p:spPr>
          <a:xfrm>
            <a:off x="4572001" y="468450"/>
            <a:ext cx="37899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r" rtl="0">
              <a:spcBef>
                <a:spcPts val="0"/>
              </a:spcBef>
              <a:spcAft>
                <a:spcPts val="0"/>
              </a:spcAft>
              <a:buSzPts val="1600"/>
              <a:buNone/>
              <a:defRPr sz="1600"/>
            </a:lvl2pPr>
            <a:lvl3pPr lvl="2" algn="r" rtl="0">
              <a:spcBef>
                <a:spcPts val="0"/>
              </a:spcBef>
              <a:spcAft>
                <a:spcPts val="0"/>
              </a:spcAft>
              <a:buSzPts val="1600"/>
              <a:buNone/>
              <a:defRPr sz="1600"/>
            </a:lvl3pPr>
            <a:lvl4pPr lvl="3" algn="r" rtl="0">
              <a:spcBef>
                <a:spcPts val="0"/>
              </a:spcBef>
              <a:spcAft>
                <a:spcPts val="0"/>
              </a:spcAft>
              <a:buSzPts val="1600"/>
              <a:buNone/>
              <a:defRPr sz="1600"/>
            </a:lvl4pPr>
            <a:lvl5pPr lvl="4" algn="r" rtl="0">
              <a:spcBef>
                <a:spcPts val="0"/>
              </a:spcBef>
              <a:spcAft>
                <a:spcPts val="0"/>
              </a:spcAft>
              <a:buSzPts val="1600"/>
              <a:buNone/>
              <a:defRPr sz="1600"/>
            </a:lvl5pPr>
            <a:lvl6pPr lvl="5" algn="r" rtl="0">
              <a:spcBef>
                <a:spcPts val="0"/>
              </a:spcBef>
              <a:spcAft>
                <a:spcPts val="0"/>
              </a:spcAft>
              <a:buSzPts val="1600"/>
              <a:buNone/>
              <a:defRPr sz="1600"/>
            </a:lvl6pPr>
            <a:lvl7pPr lvl="6" algn="r" rtl="0">
              <a:spcBef>
                <a:spcPts val="0"/>
              </a:spcBef>
              <a:spcAft>
                <a:spcPts val="0"/>
              </a:spcAft>
              <a:buSzPts val="1600"/>
              <a:buNone/>
              <a:defRPr sz="1600"/>
            </a:lvl7pPr>
            <a:lvl8pPr lvl="7" algn="r" rtl="0">
              <a:spcBef>
                <a:spcPts val="0"/>
              </a:spcBef>
              <a:spcAft>
                <a:spcPts val="0"/>
              </a:spcAft>
              <a:buSzPts val="1600"/>
              <a:buNone/>
              <a:defRPr sz="1600"/>
            </a:lvl8pPr>
            <a:lvl9pPr lvl="8" algn="r" rtl="0">
              <a:spcBef>
                <a:spcPts val="0"/>
              </a:spcBef>
              <a:spcAft>
                <a:spcPts val="0"/>
              </a:spcAft>
              <a:buSzPts val="1600"/>
              <a:buNone/>
              <a:defRPr sz="1600"/>
            </a:lvl9pPr>
          </a:lstStyle>
          <a:p>
            <a:endParaRPr/>
          </a:p>
        </p:txBody>
      </p:sp>
      <p:cxnSp>
        <p:nvCxnSpPr>
          <p:cNvPr id="165" name="Google Shape;165;p6"/>
          <p:cNvCxnSpPr/>
          <p:nvPr/>
        </p:nvCxnSpPr>
        <p:spPr>
          <a:xfrm>
            <a:off x="8634675" y="-1604650"/>
            <a:ext cx="0" cy="2664900"/>
          </a:xfrm>
          <a:prstGeom prst="straightConnector1">
            <a:avLst/>
          </a:prstGeom>
          <a:noFill/>
          <a:ln w="28575" cap="flat" cmpd="sng">
            <a:solidFill>
              <a:schemeClr val="accent4"/>
            </a:solidFill>
            <a:prstDash val="solid"/>
            <a:round/>
            <a:headEnd type="none" w="med" len="med"/>
            <a:tailEnd type="none" w="med" len="med"/>
          </a:ln>
        </p:spPr>
      </p:cxnSp>
      <p:grpSp>
        <p:nvGrpSpPr>
          <p:cNvPr id="166" name="Google Shape;166;p6"/>
          <p:cNvGrpSpPr/>
          <p:nvPr/>
        </p:nvGrpSpPr>
        <p:grpSpPr>
          <a:xfrm rot="-5400000">
            <a:off x="665620" y="3611830"/>
            <a:ext cx="877851" cy="2209091"/>
            <a:chOff x="-26858" y="-227337"/>
            <a:chExt cx="1093215" cy="2757917"/>
          </a:xfrm>
        </p:grpSpPr>
        <p:sp>
          <p:nvSpPr>
            <p:cNvPr id="167" name="Google Shape;167;p6"/>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6"/>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6"/>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6"/>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6"/>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6"/>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6"/>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6"/>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6"/>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6"/>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6"/>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6"/>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6"/>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6"/>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6"/>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6"/>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6"/>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9"/>
        <p:cNvGrpSpPr/>
        <p:nvPr/>
      </p:nvGrpSpPr>
      <p:grpSpPr>
        <a:xfrm>
          <a:off x="0" y="0"/>
          <a:ext cx="0" cy="0"/>
          <a:chOff x="0" y="0"/>
          <a:chExt cx="0" cy="0"/>
        </a:xfrm>
      </p:grpSpPr>
      <p:sp>
        <p:nvSpPr>
          <p:cNvPr id="190" name="Google Shape;190;p7"/>
          <p:cNvSpPr txBox="1">
            <a:spLocks noGrp="1"/>
          </p:cNvSpPr>
          <p:nvPr>
            <p:ph type="title"/>
          </p:nvPr>
        </p:nvSpPr>
        <p:spPr>
          <a:xfrm>
            <a:off x="5355638" y="1441125"/>
            <a:ext cx="2944500" cy="98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91" name="Google Shape;191;p7"/>
          <p:cNvSpPr txBox="1">
            <a:spLocks noGrp="1"/>
          </p:cNvSpPr>
          <p:nvPr>
            <p:ph type="subTitle" idx="1"/>
          </p:nvPr>
        </p:nvSpPr>
        <p:spPr>
          <a:xfrm>
            <a:off x="5355638" y="2577675"/>
            <a:ext cx="2944500" cy="112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cxnSp>
        <p:nvCxnSpPr>
          <p:cNvPr id="192" name="Google Shape;192;p7"/>
          <p:cNvCxnSpPr/>
          <p:nvPr/>
        </p:nvCxnSpPr>
        <p:spPr>
          <a:xfrm>
            <a:off x="5360975" y="2502600"/>
            <a:ext cx="3783000" cy="0"/>
          </a:xfrm>
          <a:prstGeom prst="straightConnector1">
            <a:avLst/>
          </a:prstGeom>
          <a:noFill/>
          <a:ln w="28575" cap="flat" cmpd="sng">
            <a:solidFill>
              <a:schemeClr val="accent4"/>
            </a:solidFill>
            <a:prstDash val="solid"/>
            <a:round/>
            <a:headEnd type="none" w="med" len="med"/>
            <a:tailEnd type="none" w="med" len="med"/>
          </a:ln>
        </p:spPr>
      </p:cxnSp>
      <p:grpSp>
        <p:nvGrpSpPr>
          <p:cNvPr id="193" name="Google Shape;193;p7"/>
          <p:cNvGrpSpPr/>
          <p:nvPr/>
        </p:nvGrpSpPr>
        <p:grpSpPr>
          <a:xfrm rot="5400000" flipH="1">
            <a:off x="7613820" y="3611830"/>
            <a:ext cx="877851" cy="2209091"/>
            <a:chOff x="-26858" y="-227337"/>
            <a:chExt cx="1093215" cy="2757917"/>
          </a:xfrm>
        </p:grpSpPr>
        <p:sp>
          <p:nvSpPr>
            <p:cNvPr id="194" name="Google Shape;194;p7"/>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7"/>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7"/>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7"/>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7"/>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16"/>
        <p:cNvGrpSpPr/>
        <p:nvPr/>
      </p:nvGrpSpPr>
      <p:grpSpPr>
        <a:xfrm>
          <a:off x="0" y="0"/>
          <a:ext cx="0" cy="0"/>
          <a:chOff x="0" y="0"/>
          <a:chExt cx="0" cy="0"/>
        </a:xfrm>
      </p:grpSpPr>
      <p:sp>
        <p:nvSpPr>
          <p:cNvPr id="217" name="Google Shape;217;p8"/>
          <p:cNvSpPr txBox="1">
            <a:spLocks noGrp="1"/>
          </p:cNvSpPr>
          <p:nvPr>
            <p:ph type="title"/>
          </p:nvPr>
        </p:nvSpPr>
        <p:spPr>
          <a:xfrm>
            <a:off x="1869525" y="1705650"/>
            <a:ext cx="5405100" cy="1732200"/>
          </a:xfrm>
          <a:prstGeom prst="rect">
            <a:avLst/>
          </a:prstGeom>
        </p:spPr>
        <p:txBody>
          <a:bodyPr spcFirstLastPara="1" wrap="square" lIns="91425" tIns="91425" rIns="91425" bIns="91425" anchor="ctr" anchorCtr="0">
            <a:noAutofit/>
          </a:bodyPr>
          <a:lstStyle>
            <a:lvl1pPr lvl="0" algn="ctr">
              <a:spcBef>
                <a:spcPts val="0"/>
              </a:spcBef>
              <a:spcAft>
                <a:spcPts val="0"/>
              </a:spcAft>
              <a:buSzPts val="72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218" name="Google Shape;218;p8"/>
          <p:cNvGrpSpPr/>
          <p:nvPr/>
        </p:nvGrpSpPr>
        <p:grpSpPr>
          <a:xfrm>
            <a:off x="7099200" y="2933725"/>
            <a:ext cx="2044793" cy="2209776"/>
            <a:chOff x="1384075" y="241450"/>
            <a:chExt cx="4822625" cy="5215425"/>
          </a:xfrm>
        </p:grpSpPr>
        <p:sp>
          <p:nvSpPr>
            <p:cNvPr id="219" name="Google Shape;219;p8"/>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8"/>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8"/>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8"/>
            <p:cNvSpPr/>
            <p:nvPr/>
          </p:nvSpPr>
          <p:spPr>
            <a:xfrm>
              <a:off x="4827375" y="1479000"/>
              <a:ext cx="691350" cy="795600"/>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8"/>
            <p:cNvSpPr/>
            <p:nvPr/>
          </p:nvSpPr>
          <p:spPr>
            <a:xfrm>
              <a:off x="4827375" y="1875125"/>
              <a:ext cx="691350" cy="1195050"/>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8"/>
            <p:cNvSpPr/>
            <p:nvPr/>
          </p:nvSpPr>
          <p:spPr>
            <a:xfrm>
              <a:off x="5518700" y="2274575"/>
              <a:ext cx="688000" cy="795600"/>
            </a:xfrm>
            <a:custGeom>
              <a:avLst/>
              <a:gdLst/>
              <a:ahLst/>
              <a:cxnLst/>
              <a:rect l="l" t="t" r="r" b="b"/>
              <a:pathLst>
                <a:path w="27520" h="31824" extrusionOk="0">
                  <a:moveTo>
                    <a:pt x="0" y="0"/>
                  </a:moveTo>
                  <a:lnTo>
                    <a:pt x="0" y="31823"/>
                  </a:lnTo>
                  <a:lnTo>
                    <a:pt x="27520" y="15978"/>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8"/>
            <p:cNvSpPr/>
            <p:nvPr/>
          </p:nvSpPr>
          <p:spPr>
            <a:xfrm>
              <a:off x="4827375" y="3865700"/>
              <a:ext cx="691350" cy="1195050"/>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8"/>
            <p:cNvSpPr/>
            <p:nvPr/>
          </p:nvSpPr>
          <p:spPr>
            <a:xfrm>
              <a:off x="4830700" y="4661275"/>
              <a:ext cx="688025" cy="795600"/>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8"/>
            <p:cNvSpPr/>
            <p:nvPr/>
          </p:nvSpPr>
          <p:spPr>
            <a:xfrm>
              <a:off x="5518700" y="3865700"/>
              <a:ext cx="688000" cy="795600"/>
            </a:xfrm>
            <a:custGeom>
              <a:avLst/>
              <a:gdLst/>
              <a:ahLst/>
              <a:cxnLst/>
              <a:rect l="l" t="t" r="r" b="b"/>
              <a:pathLst>
                <a:path w="27520" h="31824" extrusionOk="0">
                  <a:moveTo>
                    <a:pt x="0" y="1"/>
                  </a:moveTo>
                  <a:lnTo>
                    <a:pt x="0" y="31824"/>
                  </a:lnTo>
                  <a:lnTo>
                    <a:pt x="27520"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8"/>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8"/>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8"/>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8"/>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8"/>
            <p:cNvSpPr/>
            <p:nvPr/>
          </p:nvSpPr>
          <p:spPr>
            <a:xfrm>
              <a:off x="4139375" y="2670675"/>
              <a:ext cx="688025" cy="798950"/>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4139375" y="3070150"/>
              <a:ext cx="688025" cy="795575"/>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8"/>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8"/>
            <p:cNvSpPr/>
            <p:nvPr/>
          </p:nvSpPr>
          <p:spPr>
            <a:xfrm>
              <a:off x="3451375" y="3070150"/>
              <a:ext cx="688025" cy="795575"/>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8"/>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8"/>
            <p:cNvSpPr/>
            <p:nvPr/>
          </p:nvSpPr>
          <p:spPr>
            <a:xfrm>
              <a:off x="3451375" y="1479000"/>
              <a:ext cx="688025" cy="795600"/>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8"/>
            <p:cNvSpPr/>
            <p:nvPr/>
          </p:nvSpPr>
          <p:spPr>
            <a:xfrm>
              <a:off x="3448050" y="1878450"/>
              <a:ext cx="694675" cy="1191725"/>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8"/>
            <p:cNvSpPr/>
            <p:nvPr/>
          </p:nvSpPr>
          <p:spPr>
            <a:xfrm>
              <a:off x="4139375" y="1878450"/>
              <a:ext cx="688025" cy="1191725"/>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8"/>
            <p:cNvSpPr/>
            <p:nvPr/>
          </p:nvSpPr>
          <p:spPr>
            <a:xfrm>
              <a:off x="4382875" y="241450"/>
              <a:ext cx="201000" cy="22935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8"/>
            <p:cNvSpPr/>
            <p:nvPr/>
          </p:nvSpPr>
          <p:spPr>
            <a:xfrm>
              <a:off x="4139375" y="682600"/>
              <a:ext cx="688025" cy="796425"/>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8"/>
            <p:cNvSpPr/>
            <p:nvPr/>
          </p:nvSpPr>
          <p:spPr>
            <a:xfrm>
              <a:off x="3451375" y="4661275"/>
              <a:ext cx="1376025" cy="795600"/>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8"/>
            <p:cNvSpPr/>
            <p:nvPr/>
          </p:nvSpPr>
          <p:spPr>
            <a:xfrm>
              <a:off x="4139375" y="3865700"/>
              <a:ext cx="688025" cy="1195050"/>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8"/>
            <p:cNvSpPr/>
            <p:nvPr/>
          </p:nvSpPr>
          <p:spPr>
            <a:xfrm>
              <a:off x="4139375" y="3469600"/>
              <a:ext cx="688025" cy="795575"/>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8"/>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8"/>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8"/>
            <p:cNvSpPr/>
            <p:nvPr/>
          </p:nvSpPr>
          <p:spPr>
            <a:xfrm>
              <a:off x="3451375" y="3469600"/>
              <a:ext cx="688025" cy="795575"/>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8"/>
            <p:cNvSpPr/>
            <p:nvPr/>
          </p:nvSpPr>
          <p:spPr>
            <a:xfrm>
              <a:off x="3451375" y="2670675"/>
              <a:ext cx="1376025" cy="1195050"/>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a:off x="2760050" y="2670675"/>
              <a:ext cx="691350" cy="798950"/>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a:off x="2760050" y="3070150"/>
              <a:ext cx="691350" cy="795575"/>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p:nvPr/>
          </p:nvSpPr>
          <p:spPr>
            <a:xfrm>
              <a:off x="2072075" y="1479000"/>
              <a:ext cx="688000" cy="795600"/>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8"/>
            <p:cNvSpPr/>
            <p:nvPr/>
          </p:nvSpPr>
          <p:spPr>
            <a:xfrm>
              <a:off x="1967825" y="2486400"/>
              <a:ext cx="322750" cy="371950"/>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8"/>
            <p:cNvSpPr/>
            <p:nvPr/>
          </p:nvSpPr>
          <p:spPr>
            <a:xfrm>
              <a:off x="2065400" y="1412275"/>
              <a:ext cx="218500" cy="254375"/>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2760050" y="1878450"/>
              <a:ext cx="691350" cy="1191725"/>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2760050" y="1479000"/>
              <a:ext cx="691350" cy="795600"/>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8"/>
            <p:cNvSpPr/>
            <p:nvPr/>
          </p:nvSpPr>
          <p:spPr>
            <a:xfrm>
              <a:off x="2072075" y="3865700"/>
              <a:ext cx="688000" cy="795600"/>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8"/>
            <p:cNvSpPr/>
            <p:nvPr/>
          </p:nvSpPr>
          <p:spPr>
            <a:xfrm>
              <a:off x="1384075" y="4661275"/>
              <a:ext cx="688025" cy="795600"/>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2760050" y="3865700"/>
              <a:ext cx="691350" cy="1591175"/>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p:nvPr/>
          </p:nvSpPr>
          <p:spPr>
            <a:xfrm>
              <a:off x="2760050" y="3469600"/>
              <a:ext cx="691350" cy="795575"/>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3448050" y="3469600"/>
              <a:ext cx="691350" cy="159115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8"/>
            <p:cNvSpPr/>
            <p:nvPr/>
          </p:nvSpPr>
          <p:spPr>
            <a:xfrm>
              <a:off x="2760050" y="2670675"/>
              <a:ext cx="1379350" cy="1195050"/>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8"/>
          <p:cNvGrpSpPr/>
          <p:nvPr/>
        </p:nvGrpSpPr>
        <p:grpSpPr>
          <a:xfrm>
            <a:off x="-76200" y="-76200"/>
            <a:ext cx="2286103" cy="2895537"/>
            <a:chOff x="-26858" y="-227337"/>
            <a:chExt cx="2186403" cy="2757917"/>
          </a:xfrm>
        </p:grpSpPr>
        <p:sp>
          <p:nvSpPr>
            <p:cNvPr id="264" name="Google Shape;264;p8"/>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8"/>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8"/>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8"/>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8"/>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8"/>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8"/>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8"/>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8"/>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8"/>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8"/>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8"/>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8"/>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8"/>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8"/>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8"/>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8"/>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8"/>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8"/>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8"/>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8"/>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8"/>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8"/>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8"/>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8"/>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8"/>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04"/>
        <p:cNvGrpSpPr/>
        <p:nvPr/>
      </p:nvGrpSpPr>
      <p:grpSpPr>
        <a:xfrm>
          <a:off x="0" y="0"/>
          <a:ext cx="0" cy="0"/>
          <a:chOff x="0" y="0"/>
          <a:chExt cx="0" cy="0"/>
        </a:xfrm>
      </p:grpSpPr>
      <p:sp>
        <p:nvSpPr>
          <p:cNvPr id="305" name="Google Shape;305;p9"/>
          <p:cNvSpPr txBox="1">
            <a:spLocks noGrp="1"/>
          </p:cNvSpPr>
          <p:nvPr>
            <p:ph type="title"/>
          </p:nvPr>
        </p:nvSpPr>
        <p:spPr>
          <a:xfrm>
            <a:off x="713225" y="978238"/>
            <a:ext cx="3147300" cy="22911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306" name="Google Shape;306;p9"/>
          <p:cNvSpPr txBox="1">
            <a:spLocks noGrp="1"/>
          </p:cNvSpPr>
          <p:nvPr>
            <p:ph type="subTitle" idx="1"/>
          </p:nvPr>
        </p:nvSpPr>
        <p:spPr>
          <a:xfrm>
            <a:off x="713225" y="3357063"/>
            <a:ext cx="3147300" cy="808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a:endParaRPr/>
          </a:p>
        </p:txBody>
      </p:sp>
      <p:grpSp>
        <p:nvGrpSpPr>
          <p:cNvPr id="307" name="Google Shape;307;p9"/>
          <p:cNvGrpSpPr/>
          <p:nvPr/>
        </p:nvGrpSpPr>
        <p:grpSpPr>
          <a:xfrm flipH="1">
            <a:off x="4743766" y="-1156952"/>
            <a:ext cx="4451259" cy="6129060"/>
            <a:chOff x="-37799" y="-227337"/>
            <a:chExt cx="1833529" cy="2524637"/>
          </a:xfrm>
        </p:grpSpPr>
        <p:sp>
          <p:nvSpPr>
            <p:cNvPr id="308" name="Google Shape;308;p9"/>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9"/>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9"/>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9"/>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9"/>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9"/>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9"/>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9"/>
            <p:cNvSpPr/>
            <p:nvPr/>
          </p:nvSpPr>
          <p:spPr>
            <a:xfrm rot="10800000">
              <a:off x="-37799" y="811313"/>
              <a:ext cx="381833" cy="44126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9"/>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9"/>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9"/>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9"/>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9"/>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9"/>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9"/>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9"/>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9"/>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9"/>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9"/>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9"/>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9"/>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9"/>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9"/>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9"/>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9"/>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9"/>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9"/>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3"/>
        <p:cNvGrpSpPr/>
        <p:nvPr/>
      </p:nvGrpSpPr>
      <p:grpSpPr>
        <a:xfrm>
          <a:off x="0" y="0"/>
          <a:ext cx="0" cy="0"/>
          <a:chOff x="0" y="0"/>
          <a:chExt cx="0" cy="0"/>
        </a:xfrm>
      </p:grpSpPr>
      <p:grpSp>
        <p:nvGrpSpPr>
          <p:cNvPr id="344" name="Google Shape;344;p10"/>
          <p:cNvGrpSpPr/>
          <p:nvPr/>
        </p:nvGrpSpPr>
        <p:grpSpPr>
          <a:xfrm>
            <a:off x="-6570" y="518767"/>
            <a:ext cx="2604982" cy="2256975"/>
            <a:chOff x="-8580" y="487809"/>
            <a:chExt cx="2894424" cy="2507193"/>
          </a:xfrm>
        </p:grpSpPr>
        <p:sp>
          <p:nvSpPr>
            <p:cNvPr id="345" name="Google Shape;345;p10"/>
            <p:cNvSpPr/>
            <p:nvPr/>
          </p:nvSpPr>
          <p:spPr>
            <a:xfrm rot="10800000">
              <a:off x="-8580" y="2159250"/>
              <a:ext cx="726263" cy="835752"/>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0"/>
            <p:cNvSpPr/>
            <p:nvPr/>
          </p:nvSpPr>
          <p:spPr>
            <a:xfrm rot="10800000">
              <a:off x="-8580" y="903907"/>
              <a:ext cx="726263" cy="1255400"/>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0"/>
            <p:cNvSpPr/>
            <p:nvPr/>
          </p:nvSpPr>
          <p:spPr>
            <a:xfrm rot="10800000">
              <a:off x="-8580" y="487809"/>
              <a:ext cx="722770" cy="835778"/>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0"/>
            <p:cNvSpPr/>
            <p:nvPr/>
          </p:nvSpPr>
          <p:spPr>
            <a:xfrm rot="10800000">
              <a:off x="-8580" y="1739643"/>
              <a:ext cx="726263" cy="835752"/>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0"/>
            <p:cNvSpPr/>
            <p:nvPr/>
          </p:nvSpPr>
          <p:spPr>
            <a:xfrm rot="10800000">
              <a:off x="-8580" y="2159250"/>
              <a:ext cx="726263" cy="835752"/>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0"/>
            <p:cNvSpPr/>
            <p:nvPr/>
          </p:nvSpPr>
          <p:spPr>
            <a:xfrm rot="10800000">
              <a:off x="717603" y="487809"/>
              <a:ext cx="1445514" cy="835778"/>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0"/>
            <p:cNvSpPr/>
            <p:nvPr/>
          </p:nvSpPr>
          <p:spPr>
            <a:xfrm rot="10800000">
              <a:off x="717630" y="903907"/>
              <a:ext cx="722770" cy="1255400"/>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0"/>
            <p:cNvSpPr/>
            <p:nvPr/>
          </p:nvSpPr>
          <p:spPr>
            <a:xfrm rot="10800000">
              <a:off x="717630" y="1739643"/>
              <a:ext cx="722770" cy="835752"/>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0"/>
            <p:cNvSpPr/>
            <p:nvPr/>
          </p:nvSpPr>
          <p:spPr>
            <a:xfrm rot="10800000">
              <a:off x="-8580" y="1739643"/>
              <a:ext cx="726263" cy="835752"/>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0"/>
            <p:cNvSpPr/>
            <p:nvPr/>
          </p:nvSpPr>
          <p:spPr>
            <a:xfrm rot="10800000">
              <a:off x="2163100" y="903904"/>
              <a:ext cx="722744" cy="835778"/>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0"/>
            <p:cNvSpPr/>
            <p:nvPr/>
          </p:nvSpPr>
          <p:spPr>
            <a:xfrm rot="10800000" flipH="1">
              <a:off x="1442105" y="903907"/>
              <a:ext cx="722770" cy="1255400"/>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6" name="Google Shape;356;p10"/>
          <p:cNvSpPr/>
          <p:nvPr/>
        </p:nvSpPr>
        <p:spPr>
          <a:xfrm flipH="1">
            <a:off x="-1017193" y="881512"/>
            <a:ext cx="4269126" cy="4942773"/>
          </a:xfrm>
          <a:custGeom>
            <a:avLst/>
            <a:gdLst/>
            <a:ahLst/>
            <a:cxnLst/>
            <a:rect l="l" t="t" r="r" b="b"/>
            <a:pathLst>
              <a:path w="27521" h="31857" extrusionOk="0">
                <a:moveTo>
                  <a:pt x="1" y="0"/>
                </a:moveTo>
                <a:lnTo>
                  <a:pt x="1" y="31857"/>
                </a:lnTo>
                <a:lnTo>
                  <a:pt x="27520" y="15845"/>
                </a:lnTo>
                <a:lnTo>
                  <a:pt x="1" y="0"/>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0"/>
          <p:cNvSpPr txBox="1">
            <a:spLocks noGrp="1"/>
          </p:cNvSpPr>
          <p:nvPr>
            <p:ph type="title"/>
          </p:nvPr>
        </p:nvSpPr>
        <p:spPr>
          <a:xfrm>
            <a:off x="713225" y="2321675"/>
            <a:ext cx="2230800" cy="2286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200"/>
              <a:buNone/>
              <a:defRPr sz="4000"/>
            </a:lvl1pPr>
            <a:lvl2pPr lvl="1" algn="r" rtl="0">
              <a:spcBef>
                <a:spcPts val="0"/>
              </a:spcBef>
              <a:spcAft>
                <a:spcPts val="0"/>
              </a:spcAft>
              <a:buSzPts val="4200"/>
              <a:buNone/>
              <a:defRPr sz="4200"/>
            </a:lvl2pPr>
            <a:lvl3pPr lvl="2" algn="r" rtl="0">
              <a:spcBef>
                <a:spcPts val="0"/>
              </a:spcBef>
              <a:spcAft>
                <a:spcPts val="0"/>
              </a:spcAft>
              <a:buSzPts val="4200"/>
              <a:buNone/>
              <a:defRPr sz="4200"/>
            </a:lvl3pPr>
            <a:lvl4pPr lvl="3" algn="r" rtl="0">
              <a:spcBef>
                <a:spcPts val="0"/>
              </a:spcBef>
              <a:spcAft>
                <a:spcPts val="0"/>
              </a:spcAft>
              <a:buSzPts val="4200"/>
              <a:buNone/>
              <a:defRPr sz="4200"/>
            </a:lvl4pPr>
            <a:lvl5pPr lvl="4" algn="r" rtl="0">
              <a:spcBef>
                <a:spcPts val="0"/>
              </a:spcBef>
              <a:spcAft>
                <a:spcPts val="0"/>
              </a:spcAft>
              <a:buSzPts val="4200"/>
              <a:buNone/>
              <a:defRPr sz="4200"/>
            </a:lvl5pPr>
            <a:lvl6pPr lvl="5" algn="r" rtl="0">
              <a:spcBef>
                <a:spcPts val="0"/>
              </a:spcBef>
              <a:spcAft>
                <a:spcPts val="0"/>
              </a:spcAft>
              <a:buSzPts val="4200"/>
              <a:buNone/>
              <a:defRPr sz="4200"/>
            </a:lvl6pPr>
            <a:lvl7pPr lvl="6" algn="r" rtl="0">
              <a:spcBef>
                <a:spcPts val="0"/>
              </a:spcBef>
              <a:spcAft>
                <a:spcPts val="0"/>
              </a:spcAft>
              <a:buSzPts val="4200"/>
              <a:buNone/>
              <a:defRPr sz="4200"/>
            </a:lvl7pPr>
            <a:lvl8pPr lvl="7" algn="r" rtl="0">
              <a:spcBef>
                <a:spcPts val="0"/>
              </a:spcBef>
              <a:spcAft>
                <a:spcPts val="0"/>
              </a:spcAft>
              <a:buSzPts val="4200"/>
              <a:buNone/>
              <a:defRPr sz="4200"/>
            </a:lvl8pPr>
            <a:lvl9pPr lvl="8" algn="r" rtl="0">
              <a:spcBef>
                <a:spcPts val="0"/>
              </a:spcBef>
              <a:spcAft>
                <a:spcPts val="0"/>
              </a:spcAft>
              <a:buSzPts val="4200"/>
              <a:buNone/>
              <a:defRPr sz="42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58"/>
        <p:cNvGrpSpPr/>
        <p:nvPr/>
      </p:nvGrpSpPr>
      <p:grpSpPr>
        <a:xfrm>
          <a:off x="0" y="0"/>
          <a:ext cx="0" cy="0"/>
          <a:chOff x="0" y="0"/>
          <a:chExt cx="0" cy="0"/>
        </a:xfrm>
      </p:grpSpPr>
      <p:sp>
        <p:nvSpPr>
          <p:cNvPr id="359" name="Google Shape;359;p11"/>
          <p:cNvSpPr txBox="1">
            <a:spLocks noGrp="1"/>
          </p:cNvSpPr>
          <p:nvPr>
            <p:ph type="title" hasCustomPrompt="1"/>
          </p:nvPr>
        </p:nvSpPr>
        <p:spPr>
          <a:xfrm>
            <a:off x="713225" y="2012563"/>
            <a:ext cx="7717500" cy="9129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11"/>
          <p:cNvSpPr txBox="1">
            <a:spLocks noGrp="1"/>
          </p:cNvSpPr>
          <p:nvPr>
            <p:ph type="subTitle" idx="1"/>
          </p:nvPr>
        </p:nvSpPr>
        <p:spPr>
          <a:xfrm>
            <a:off x="713225" y="2856738"/>
            <a:ext cx="7717500" cy="2742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grpSp>
        <p:nvGrpSpPr>
          <p:cNvPr id="361" name="Google Shape;361;p11"/>
          <p:cNvGrpSpPr/>
          <p:nvPr/>
        </p:nvGrpSpPr>
        <p:grpSpPr>
          <a:xfrm rot="-5400000">
            <a:off x="665620" y="3611830"/>
            <a:ext cx="877851" cy="2209091"/>
            <a:chOff x="-26858" y="-227337"/>
            <a:chExt cx="1093215" cy="2757917"/>
          </a:xfrm>
        </p:grpSpPr>
        <p:sp>
          <p:nvSpPr>
            <p:cNvPr id="362" name="Google Shape;362;p11"/>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1"/>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1"/>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1"/>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1"/>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1"/>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1"/>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1"/>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1"/>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1"/>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1"/>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1"/>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1"/>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1"/>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1"/>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1"/>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1"/>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1"/>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11"/>
          <p:cNvGrpSpPr/>
          <p:nvPr/>
        </p:nvGrpSpPr>
        <p:grpSpPr>
          <a:xfrm rot="5400000">
            <a:off x="7648034" y="-312722"/>
            <a:ext cx="1209907" cy="1782035"/>
            <a:chOff x="700771" y="-227337"/>
            <a:chExt cx="1458774" cy="2138784"/>
          </a:xfrm>
        </p:grpSpPr>
        <p:sp>
          <p:nvSpPr>
            <p:cNvPr id="385" name="Google Shape;385;p11"/>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1"/>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1"/>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1"/>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1"/>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1"/>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1"/>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1"/>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1"/>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1"/>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1"/>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1"/>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1"/>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1"/>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1"/>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1"/>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1"/>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1"/>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1"/>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CUSTOM">
    <p:spTree>
      <p:nvGrpSpPr>
        <p:cNvPr id="1" name="Shape 405"/>
        <p:cNvGrpSpPr/>
        <p:nvPr/>
      </p:nvGrpSpPr>
      <p:grpSpPr>
        <a:xfrm>
          <a:off x="0" y="0"/>
          <a:ext cx="0" cy="0"/>
          <a:chOff x="0" y="0"/>
          <a:chExt cx="0" cy="0"/>
        </a:xfrm>
      </p:grpSpPr>
      <p:sp>
        <p:nvSpPr>
          <p:cNvPr id="406" name="Google Shape;406;p13"/>
          <p:cNvSpPr txBox="1">
            <a:spLocks noGrp="1"/>
          </p:cNvSpPr>
          <p:nvPr>
            <p:ph type="ctrTitle"/>
          </p:nvPr>
        </p:nvSpPr>
        <p:spPr>
          <a:xfrm flipH="1">
            <a:off x="770700" y="468450"/>
            <a:ext cx="3801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407" name="Google Shape;407;p13"/>
          <p:cNvCxnSpPr/>
          <p:nvPr/>
        </p:nvCxnSpPr>
        <p:spPr>
          <a:xfrm>
            <a:off x="498025" y="-63925"/>
            <a:ext cx="0" cy="1124100"/>
          </a:xfrm>
          <a:prstGeom prst="straightConnector1">
            <a:avLst/>
          </a:prstGeom>
          <a:noFill/>
          <a:ln w="28575" cap="flat" cmpd="sng">
            <a:solidFill>
              <a:schemeClr val="lt2"/>
            </a:solidFill>
            <a:prstDash val="solid"/>
            <a:round/>
            <a:headEnd type="none" w="med" len="med"/>
            <a:tailEnd type="none" w="med" len="med"/>
          </a:ln>
        </p:spPr>
      </p:cxnSp>
      <p:grpSp>
        <p:nvGrpSpPr>
          <p:cNvPr id="408" name="Google Shape;408;p13"/>
          <p:cNvGrpSpPr/>
          <p:nvPr/>
        </p:nvGrpSpPr>
        <p:grpSpPr>
          <a:xfrm rot="5400000" flipH="1">
            <a:off x="7613820" y="3611830"/>
            <a:ext cx="877851" cy="2209091"/>
            <a:chOff x="-26858" y="-227337"/>
            <a:chExt cx="1093215" cy="2757917"/>
          </a:xfrm>
        </p:grpSpPr>
        <p:sp>
          <p:nvSpPr>
            <p:cNvPr id="409" name="Google Shape;409;p13"/>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3"/>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3"/>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3"/>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3"/>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3"/>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3"/>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3"/>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3"/>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3"/>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3"/>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3"/>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3"/>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3"/>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3"/>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3"/>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3"/>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3"/>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431"/>
        <p:cNvGrpSpPr/>
        <p:nvPr/>
      </p:nvGrpSpPr>
      <p:grpSpPr>
        <a:xfrm>
          <a:off x="0" y="0"/>
          <a:ext cx="0" cy="0"/>
          <a:chOff x="0" y="0"/>
          <a:chExt cx="0" cy="0"/>
        </a:xfrm>
      </p:grpSpPr>
      <p:sp>
        <p:nvSpPr>
          <p:cNvPr id="432" name="Google Shape;432;p14"/>
          <p:cNvSpPr txBox="1">
            <a:spLocks noGrp="1"/>
          </p:cNvSpPr>
          <p:nvPr>
            <p:ph type="ctrTitle"/>
          </p:nvPr>
        </p:nvSpPr>
        <p:spPr>
          <a:xfrm>
            <a:off x="4155425" y="1966900"/>
            <a:ext cx="42753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Font typeface="Barlow Condensed"/>
              <a:buNone/>
              <a:defRPr sz="3600">
                <a:latin typeface="Barlow Condensed"/>
                <a:ea typeface="Barlow Condensed"/>
                <a:cs typeface="Barlow Condensed"/>
                <a:sym typeface="Barlow Condensed"/>
              </a:defRPr>
            </a:lvl1pPr>
            <a:lvl2pPr lvl="1"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a:endParaRPr/>
          </a:p>
        </p:txBody>
      </p:sp>
      <p:sp>
        <p:nvSpPr>
          <p:cNvPr id="433" name="Google Shape;433;p14"/>
          <p:cNvSpPr txBox="1">
            <a:spLocks noGrp="1"/>
          </p:cNvSpPr>
          <p:nvPr>
            <p:ph type="title" idx="2" hasCustomPrompt="1"/>
          </p:nvPr>
        </p:nvSpPr>
        <p:spPr>
          <a:xfrm>
            <a:off x="2319727" y="1966888"/>
            <a:ext cx="1460700" cy="5778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34" name="Google Shape;434;p14"/>
          <p:cNvSpPr txBox="1">
            <a:spLocks noGrp="1"/>
          </p:cNvSpPr>
          <p:nvPr>
            <p:ph type="ctrTitle" idx="3"/>
          </p:nvPr>
        </p:nvSpPr>
        <p:spPr>
          <a:xfrm>
            <a:off x="4155425" y="2632150"/>
            <a:ext cx="42753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Font typeface="Barlow Condensed"/>
              <a:buNone/>
              <a:defRPr sz="3600">
                <a:latin typeface="Barlow Condensed"/>
                <a:ea typeface="Barlow Condensed"/>
                <a:cs typeface="Barlow Condensed"/>
                <a:sym typeface="Barlow Condensed"/>
              </a:defRPr>
            </a:lvl1pPr>
            <a:lvl2pPr lvl="1"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a:endParaRPr/>
          </a:p>
        </p:txBody>
      </p:sp>
      <p:sp>
        <p:nvSpPr>
          <p:cNvPr id="435" name="Google Shape;435;p14"/>
          <p:cNvSpPr txBox="1">
            <a:spLocks noGrp="1"/>
          </p:cNvSpPr>
          <p:nvPr>
            <p:ph type="title" idx="4" hasCustomPrompt="1"/>
          </p:nvPr>
        </p:nvSpPr>
        <p:spPr>
          <a:xfrm>
            <a:off x="2319727" y="2632138"/>
            <a:ext cx="1460700" cy="5778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36" name="Google Shape;436;p14"/>
          <p:cNvSpPr txBox="1">
            <a:spLocks noGrp="1"/>
          </p:cNvSpPr>
          <p:nvPr>
            <p:ph type="ctrTitle" idx="5"/>
          </p:nvPr>
        </p:nvSpPr>
        <p:spPr>
          <a:xfrm>
            <a:off x="4155425" y="3297400"/>
            <a:ext cx="42753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Font typeface="Barlow Condensed"/>
              <a:buNone/>
              <a:defRPr sz="3600">
                <a:latin typeface="Barlow Condensed"/>
                <a:ea typeface="Barlow Condensed"/>
                <a:cs typeface="Barlow Condensed"/>
                <a:sym typeface="Barlow Condensed"/>
              </a:defRPr>
            </a:lvl1pPr>
            <a:lvl2pPr lvl="1"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a:endParaRPr/>
          </a:p>
        </p:txBody>
      </p:sp>
      <p:sp>
        <p:nvSpPr>
          <p:cNvPr id="437" name="Google Shape;437;p14"/>
          <p:cNvSpPr txBox="1">
            <a:spLocks noGrp="1"/>
          </p:cNvSpPr>
          <p:nvPr>
            <p:ph type="title" idx="6" hasCustomPrompt="1"/>
          </p:nvPr>
        </p:nvSpPr>
        <p:spPr>
          <a:xfrm>
            <a:off x="2319727" y="3297388"/>
            <a:ext cx="1460700" cy="5778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38" name="Google Shape;438;p14"/>
          <p:cNvSpPr txBox="1">
            <a:spLocks noGrp="1"/>
          </p:cNvSpPr>
          <p:nvPr>
            <p:ph type="ctrTitle" idx="7"/>
          </p:nvPr>
        </p:nvSpPr>
        <p:spPr>
          <a:xfrm>
            <a:off x="4155425" y="3962650"/>
            <a:ext cx="42753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Font typeface="Barlow Condensed"/>
              <a:buNone/>
              <a:defRPr sz="3600">
                <a:latin typeface="Barlow Condensed"/>
                <a:ea typeface="Barlow Condensed"/>
                <a:cs typeface="Barlow Condensed"/>
                <a:sym typeface="Barlow Condensed"/>
              </a:defRPr>
            </a:lvl1pPr>
            <a:lvl2pPr lvl="1"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a:endParaRPr/>
          </a:p>
        </p:txBody>
      </p:sp>
      <p:sp>
        <p:nvSpPr>
          <p:cNvPr id="439" name="Google Shape;439;p14"/>
          <p:cNvSpPr txBox="1">
            <a:spLocks noGrp="1"/>
          </p:cNvSpPr>
          <p:nvPr>
            <p:ph type="title" idx="8" hasCustomPrompt="1"/>
          </p:nvPr>
        </p:nvSpPr>
        <p:spPr>
          <a:xfrm>
            <a:off x="2319727" y="3962638"/>
            <a:ext cx="1460700" cy="5778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40" name="Google Shape;440;p14"/>
          <p:cNvSpPr txBox="1">
            <a:spLocks noGrp="1"/>
          </p:cNvSpPr>
          <p:nvPr>
            <p:ph type="ctrTitle" idx="9"/>
          </p:nvPr>
        </p:nvSpPr>
        <p:spPr>
          <a:xfrm>
            <a:off x="4155425" y="1184800"/>
            <a:ext cx="38886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3600"/>
              <a:buFont typeface="Barlow Condensed"/>
              <a:buNone/>
              <a:defRPr sz="3600">
                <a:solidFill>
                  <a:schemeClr val="accent4"/>
                </a:solidFill>
              </a:defRPr>
            </a:lvl1pPr>
            <a:lvl2pPr lvl="1" algn="r"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algn="r"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algn="r"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algn="r"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algn="r"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algn="r"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algn="r"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algn="r"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a:endParaRPr/>
          </a:p>
        </p:txBody>
      </p:sp>
      <p:grpSp>
        <p:nvGrpSpPr>
          <p:cNvPr id="441" name="Google Shape;441;p14"/>
          <p:cNvGrpSpPr/>
          <p:nvPr/>
        </p:nvGrpSpPr>
        <p:grpSpPr>
          <a:xfrm rot="-5400000">
            <a:off x="286059" y="3659330"/>
            <a:ext cx="1209907" cy="1782035"/>
            <a:chOff x="700771" y="-227337"/>
            <a:chExt cx="1458774" cy="2138784"/>
          </a:xfrm>
        </p:grpSpPr>
        <p:sp>
          <p:nvSpPr>
            <p:cNvPr id="442" name="Google Shape;442;p14"/>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4"/>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4"/>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4"/>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4"/>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4"/>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4"/>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4"/>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4"/>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4"/>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4"/>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4"/>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4"/>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4"/>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4"/>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4"/>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4"/>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4"/>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4"/>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1" name="Google Shape;461;p14"/>
          <p:cNvGrpSpPr/>
          <p:nvPr/>
        </p:nvGrpSpPr>
        <p:grpSpPr>
          <a:xfrm rot="5400000">
            <a:off x="7613820" y="-692278"/>
            <a:ext cx="877851" cy="2209091"/>
            <a:chOff x="-26858" y="-227337"/>
            <a:chExt cx="1093215" cy="2757917"/>
          </a:xfrm>
        </p:grpSpPr>
        <p:sp>
          <p:nvSpPr>
            <p:cNvPr id="462" name="Google Shape;462;p14"/>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4"/>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4"/>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4"/>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4"/>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4"/>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4"/>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4"/>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4"/>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4"/>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4"/>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4"/>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4"/>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4"/>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4"/>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4"/>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4"/>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4"/>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able of contents 1">
  <p:cSld name="CUSTOM_1_1">
    <p:spTree>
      <p:nvGrpSpPr>
        <p:cNvPr id="1" name="Shape 484"/>
        <p:cNvGrpSpPr/>
        <p:nvPr/>
      </p:nvGrpSpPr>
      <p:grpSpPr>
        <a:xfrm>
          <a:off x="0" y="0"/>
          <a:ext cx="0" cy="0"/>
          <a:chOff x="0" y="0"/>
          <a:chExt cx="0" cy="0"/>
        </a:xfrm>
      </p:grpSpPr>
      <p:sp>
        <p:nvSpPr>
          <p:cNvPr id="485" name="Google Shape;485;p15"/>
          <p:cNvSpPr txBox="1">
            <a:spLocks noGrp="1"/>
          </p:cNvSpPr>
          <p:nvPr>
            <p:ph type="ctrTitle"/>
          </p:nvPr>
        </p:nvSpPr>
        <p:spPr>
          <a:xfrm>
            <a:off x="721720" y="2637450"/>
            <a:ext cx="18378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Barlow Condensed"/>
              <a:buNone/>
              <a:defRPr sz="2600">
                <a:latin typeface="Barlow Condensed Medium"/>
                <a:ea typeface="Barlow Condensed Medium"/>
                <a:cs typeface="Barlow Condensed Medium"/>
                <a:sym typeface="Barlow Condensed Medium"/>
              </a:defRPr>
            </a:lvl1pPr>
            <a:lvl2pPr lvl="1" algn="ctr" rtl="0">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algn="ctr" rtl="0">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algn="ctr" rtl="0">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algn="ctr" rtl="0">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algn="ctr" rtl="0">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algn="ctr" rtl="0">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algn="ctr" rtl="0">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algn="ctr" rtl="0">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a:endParaRPr/>
          </a:p>
        </p:txBody>
      </p:sp>
      <p:sp>
        <p:nvSpPr>
          <p:cNvPr id="486" name="Google Shape;486;p15"/>
          <p:cNvSpPr txBox="1">
            <a:spLocks noGrp="1"/>
          </p:cNvSpPr>
          <p:nvPr>
            <p:ph type="title" idx="2" hasCustomPrompt="1"/>
          </p:nvPr>
        </p:nvSpPr>
        <p:spPr>
          <a:xfrm>
            <a:off x="721720" y="1692675"/>
            <a:ext cx="18378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87" name="Google Shape;487;p15"/>
          <p:cNvSpPr txBox="1">
            <a:spLocks noGrp="1"/>
          </p:cNvSpPr>
          <p:nvPr>
            <p:ph type="ctrTitle" idx="3"/>
          </p:nvPr>
        </p:nvSpPr>
        <p:spPr>
          <a:xfrm>
            <a:off x="2675306" y="2637450"/>
            <a:ext cx="18378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Barlow Condensed"/>
              <a:buNone/>
              <a:defRPr sz="2600">
                <a:latin typeface="Barlow Condensed Medium"/>
                <a:ea typeface="Barlow Condensed Medium"/>
                <a:cs typeface="Barlow Condensed Medium"/>
                <a:sym typeface="Barlow Condensed Medium"/>
              </a:defRPr>
            </a:lvl1pPr>
            <a:lvl2pPr lvl="1" algn="ctr" rtl="0">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algn="ctr" rtl="0">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algn="ctr" rtl="0">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algn="ctr" rtl="0">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algn="ctr" rtl="0">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algn="ctr" rtl="0">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algn="ctr" rtl="0">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algn="ctr" rtl="0">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a:endParaRPr/>
          </a:p>
        </p:txBody>
      </p:sp>
      <p:sp>
        <p:nvSpPr>
          <p:cNvPr id="488" name="Google Shape;488;p15"/>
          <p:cNvSpPr txBox="1">
            <a:spLocks noGrp="1"/>
          </p:cNvSpPr>
          <p:nvPr>
            <p:ph type="title" idx="4" hasCustomPrompt="1"/>
          </p:nvPr>
        </p:nvSpPr>
        <p:spPr>
          <a:xfrm>
            <a:off x="2675970" y="1692675"/>
            <a:ext cx="18378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89" name="Google Shape;489;p15"/>
          <p:cNvSpPr txBox="1">
            <a:spLocks noGrp="1"/>
          </p:cNvSpPr>
          <p:nvPr>
            <p:ph type="ctrTitle" idx="5"/>
          </p:nvPr>
        </p:nvSpPr>
        <p:spPr>
          <a:xfrm>
            <a:off x="4632122" y="2637450"/>
            <a:ext cx="18378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Barlow Condensed"/>
              <a:buNone/>
              <a:defRPr sz="2600">
                <a:latin typeface="Barlow Condensed Medium"/>
                <a:ea typeface="Barlow Condensed Medium"/>
                <a:cs typeface="Barlow Condensed Medium"/>
                <a:sym typeface="Barlow Condensed Medium"/>
              </a:defRPr>
            </a:lvl1pPr>
            <a:lvl2pPr lvl="1" algn="ctr" rtl="0">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algn="ctr" rtl="0">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algn="ctr" rtl="0">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algn="ctr" rtl="0">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algn="ctr" rtl="0">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algn="ctr" rtl="0">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algn="ctr" rtl="0">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algn="ctr" rtl="0">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a:endParaRPr/>
          </a:p>
        </p:txBody>
      </p:sp>
      <p:sp>
        <p:nvSpPr>
          <p:cNvPr id="490" name="Google Shape;490;p15"/>
          <p:cNvSpPr txBox="1">
            <a:spLocks noGrp="1"/>
          </p:cNvSpPr>
          <p:nvPr>
            <p:ph type="title" idx="6" hasCustomPrompt="1"/>
          </p:nvPr>
        </p:nvSpPr>
        <p:spPr>
          <a:xfrm>
            <a:off x="4630220" y="1692675"/>
            <a:ext cx="18378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91" name="Google Shape;491;p15"/>
          <p:cNvSpPr txBox="1">
            <a:spLocks noGrp="1"/>
          </p:cNvSpPr>
          <p:nvPr>
            <p:ph type="ctrTitle" idx="7"/>
          </p:nvPr>
        </p:nvSpPr>
        <p:spPr>
          <a:xfrm>
            <a:off x="6584480" y="2637450"/>
            <a:ext cx="18378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Barlow Condensed"/>
              <a:buNone/>
              <a:defRPr sz="2600">
                <a:latin typeface="Barlow Condensed Medium"/>
                <a:ea typeface="Barlow Condensed Medium"/>
                <a:cs typeface="Barlow Condensed Medium"/>
                <a:sym typeface="Barlow Condensed Medium"/>
              </a:defRPr>
            </a:lvl1pPr>
            <a:lvl2pPr lvl="1" algn="ctr" rtl="0">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algn="ctr" rtl="0">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algn="ctr" rtl="0">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algn="ctr" rtl="0">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algn="ctr" rtl="0">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algn="ctr" rtl="0">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algn="ctr" rtl="0">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algn="ctr" rtl="0">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a:endParaRPr/>
          </a:p>
        </p:txBody>
      </p:sp>
      <p:sp>
        <p:nvSpPr>
          <p:cNvPr id="492" name="Google Shape;492;p15"/>
          <p:cNvSpPr txBox="1">
            <a:spLocks noGrp="1"/>
          </p:cNvSpPr>
          <p:nvPr>
            <p:ph type="title" idx="8" hasCustomPrompt="1"/>
          </p:nvPr>
        </p:nvSpPr>
        <p:spPr>
          <a:xfrm>
            <a:off x="6584470" y="1692675"/>
            <a:ext cx="18378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93" name="Google Shape;493;p15"/>
          <p:cNvSpPr txBox="1">
            <a:spLocks noGrp="1"/>
          </p:cNvSpPr>
          <p:nvPr>
            <p:ph type="subTitle" idx="1"/>
          </p:nvPr>
        </p:nvSpPr>
        <p:spPr>
          <a:xfrm>
            <a:off x="723670" y="3082235"/>
            <a:ext cx="1833900" cy="5289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200"/>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494" name="Google Shape;494;p15"/>
          <p:cNvSpPr txBox="1">
            <a:spLocks noGrp="1"/>
          </p:cNvSpPr>
          <p:nvPr>
            <p:ph type="subTitle" idx="9"/>
          </p:nvPr>
        </p:nvSpPr>
        <p:spPr>
          <a:xfrm>
            <a:off x="6586420" y="3082235"/>
            <a:ext cx="1833900" cy="52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sz="12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495" name="Google Shape;495;p15"/>
          <p:cNvSpPr txBox="1">
            <a:spLocks noGrp="1"/>
          </p:cNvSpPr>
          <p:nvPr>
            <p:ph type="subTitle" idx="13"/>
          </p:nvPr>
        </p:nvSpPr>
        <p:spPr>
          <a:xfrm>
            <a:off x="4634726" y="3082235"/>
            <a:ext cx="1833900" cy="52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sz="12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496" name="Google Shape;496;p15"/>
          <p:cNvSpPr txBox="1">
            <a:spLocks noGrp="1"/>
          </p:cNvSpPr>
          <p:nvPr>
            <p:ph type="subTitle" idx="14"/>
          </p:nvPr>
        </p:nvSpPr>
        <p:spPr>
          <a:xfrm>
            <a:off x="2678591" y="3082235"/>
            <a:ext cx="1833900" cy="52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sz="12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497" name="Google Shape;497;p15"/>
          <p:cNvGrpSpPr/>
          <p:nvPr/>
        </p:nvGrpSpPr>
        <p:grpSpPr>
          <a:xfrm rot="-5400000">
            <a:off x="286059" y="3659330"/>
            <a:ext cx="1209907" cy="1782035"/>
            <a:chOff x="700771" y="-227337"/>
            <a:chExt cx="1458774" cy="2138784"/>
          </a:xfrm>
        </p:grpSpPr>
        <p:sp>
          <p:nvSpPr>
            <p:cNvPr id="498" name="Google Shape;498;p15"/>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5"/>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5"/>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5"/>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5"/>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5"/>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5"/>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5"/>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5"/>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5"/>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5"/>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5"/>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5"/>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5"/>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5"/>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5"/>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5"/>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5"/>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5"/>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 name="Google Shape;517;p15"/>
          <p:cNvGrpSpPr/>
          <p:nvPr/>
        </p:nvGrpSpPr>
        <p:grpSpPr>
          <a:xfrm rot="5400000">
            <a:off x="7613820" y="-692278"/>
            <a:ext cx="877851" cy="2209091"/>
            <a:chOff x="-26858" y="-227337"/>
            <a:chExt cx="1093215" cy="2757917"/>
          </a:xfrm>
        </p:grpSpPr>
        <p:sp>
          <p:nvSpPr>
            <p:cNvPr id="518" name="Google Shape;518;p15"/>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5"/>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5"/>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5"/>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5"/>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5"/>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5"/>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5"/>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5"/>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5"/>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5"/>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5"/>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5"/>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5"/>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5"/>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5"/>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5"/>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5"/>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able of contents 2">
  <p:cSld name="CUSTOM_1_1_1">
    <p:spTree>
      <p:nvGrpSpPr>
        <p:cNvPr id="1" name="Shape 540"/>
        <p:cNvGrpSpPr/>
        <p:nvPr/>
      </p:nvGrpSpPr>
      <p:grpSpPr>
        <a:xfrm>
          <a:off x="0" y="0"/>
          <a:ext cx="0" cy="0"/>
          <a:chOff x="0" y="0"/>
          <a:chExt cx="0" cy="0"/>
        </a:xfrm>
      </p:grpSpPr>
      <p:sp>
        <p:nvSpPr>
          <p:cNvPr id="541" name="Google Shape;541;p16"/>
          <p:cNvSpPr txBox="1">
            <a:spLocks noGrp="1"/>
          </p:cNvSpPr>
          <p:nvPr>
            <p:ph type="ctrTitle"/>
          </p:nvPr>
        </p:nvSpPr>
        <p:spPr>
          <a:xfrm>
            <a:off x="2139858" y="1377824"/>
            <a:ext cx="18378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None/>
              <a:defRPr sz="2400"/>
            </a:lvl1pPr>
            <a:lvl2pPr lvl="1"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2pPr>
            <a:lvl3pPr lvl="2"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3pPr>
            <a:lvl4pPr lvl="3"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4pPr>
            <a:lvl5pPr lvl="4"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5pPr>
            <a:lvl6pPr lvl="5"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6pPr>
            <a:lvl7pPr lvl="6"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7pPr>
            <a:lvl8pPr lvl="7"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8pPr>
            <a:lvl9pPr lvl="8"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9pPr>
          </a:lstStyle>
          <a:p>
            <a:endParaRPr/>
          </a:p>
        </p:txBody>
      </p:sp>
      <p:sp>
        <p:nvSpPr>
          <p:cNvPr id="542" name="Google Shape;542;p16"/>
          <p:cNvSpPr txBox="1">
            <a:spLocks noGrp="1"/>
          </p:cNvSpPr>
          <p:nvPr>
            <p:ph type="title" idx="2" hasCustomPrompt="1"/>
          </p:nvPr>
        </p:nvSpPr>
        <p:spPr>
          <a:xfrm>
            <a:off x="813900" y="1424244"/>
            <a:ext cx="1161300" cy="9417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8000"/>
              <a:buNone/>
              <a:defRPr sz="8000">
                <a:solidFill>
                  <a:schemeClr val="accent5"/>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543" name="Google Shape;543;p16"/>
          <p:cNvSpPr txBox="1">
            <a:spLocks noGrp="1"/>
          </p:cNvSpPr>
          <p:nvPr>
            <p:ph type="subTitle" idx="1"/>
          </p:nvPr>
        </p:nvSpPr>
        <p:spPr>
          <a:xfrm>
            <a:off x="2139858" y="1729862"/>
            <a:ext cx="2331600" cy="630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544" name="Google Shape;544;p16"/>
          <p:cNvSpPr txBox="1">
            <a:spLocks noGrp="1"/>
          </p:cNvSpPr>
          <p:nvPr>
            <p:ph type="ctrTitle" idx="3"/>
          </p:nvPr>
        </p:nvSpPr>
        <p:spPr>
          <a:xfrm>
            <a:off x="4572000" y="468450"/>
            <a:ext cx="3790200" cy="577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4"/>
              </a:buClr>
              <a:buSzPts val="3000"/>
              <a:buNone/>
              <a:defRPr sz="3000">
                <a:solidFill>
                  <a:schemeClr val="accent4"/>
                </a:solidFill>
              </a:defRPr>
            </a:lvl1pPr>
            <a:lvl2pPr lvl="1" algn="r" rtl="0">
              <a:spcBef>
                <a:spcPts val="0"/>
              </a:spcBef>
              <a:spcAft>
                <a:spcPts val="0"/>
              </a:spcAft>
              <a:buClr>
                <a:schemeClr val="accent4"/>
              </a:buClr>
              <a:buSzPts val="1600"/>
              <a:buNone/>
              <a:defRPr sz="1600">
                <a:solidFill>
                  <a:schemeClr val="accent4"/>
                </a:solidFill>
              </a:defRPr>
            </a:lvl2pPr>
            <a:lvl3pPr lvl="2" algn="r" rtl="0">
              <a:spcBef>
                <a:spcPts val="0"/>
              </a:spcBef>
              <a:spcAft>
                <a:spcPts val="0"/>
              </a:spcAft>
              <a:buClr>
                <a:schemeClr val="accent4"/>
              </a:buClr>
              <a:buSzPts val="1600"/>
              <a:buNone/>
              <a:defRPr sz="1600">
                <a:solidFill>
                  <a:schemeClr val="accent4"/>
                </a:solidFill>
              </a:defRPr>
            </a:lvl3pPr>
            <a:lvl4pPr lvl="3" algn="r" rtl="0">
              <a:spcBef>
                <a:spcPts val="0"/>
              </a:spcBef>
              <a:spcAft>
                <a:spcPts val="0"/>
              </a:spcAft>
              <a:buClr>
                <a:schemeClr val="accent4"/>
              </a:buClr>
              <a:buSzPts val="1600"/>
              <a:buNone/>
              <a:defRPr sz="1600">
                <a:solidFill>
                  <a:schemeClr val="accent4"/>
                </a:solidFill>
              </a:defRPr>
            </a:lvl4pPr>
            <a:lvl5pPr lvl="4" algn="r" rtl="0">
              <a:spcBef>
                <a:spcPts val="0"/>
              </a:spcBef>
              <a:spcAft>
                <a:spcPts val="0"/>
              </a:spcAft>
              <a:buClr>
                <a:schemeClr val="accent4"/>
              </a:buClr>
              <a:buSzPts val="1600"/>
              <a:buNone/>
              <a:defRPr sz="1600">
                <a:solidFill>
                  <a:schemeClr val="accent4"/>
                </a:solidFill>
              </a:defRPr>
            </a:lvl5pPr>
            <a:lvl6pPr lvl="5" algn="r" rtl="0">
              <a:spcBef>
                <a:spcPts val="0"/>
              </a:spcBef>
              <a:spcAft>
                <a:spcPts val="0"/>
              </a:spcAft>
              <a:buClr>
                <a:schemeClr val="accent4"/>
              </a:buClr>
              <a:buSzPts val="1600"/>
              <a:buNone/>
              <a:defRPr sz="1600">
                <a:solidFill>
                  <a:schemeClr val="accent4"/>
                </a:solidFill>
              </a:defRPr>
            </a:lvl6pPr>
            <a:lvl7pPr lvl="6" algn="r" rtl="0">
              <a:spcBef>
                <a:spcPts val="0"/>
              </a:spcBef>
              <a:spcAft>
                <a:spcPts val="0"/>
              </a:spcAft>
              <a:buClr>
                <a:schemeClr val="accent4"/>
              </a:buClr>
              <a:buSzPts val="1600"/>
              <a:buNone/>
              <a:defRPr sz="1600">
                <a:solidFill>
                  <a:schemeClr val="accent4"/>
                </a:solidFill>
              </a:defRPr>
            </a:lvl7pPr>
            <a:lvl8pPr lvl="7" algn="r" rtl="0">
              <a:spcBef>
                <a:spcPts val="0"/>
              </a:spcBef>
              <a:spcAft>
                <a:spcPts val="0"/>
              </a:spcAft>
              <a:buClr>
                <a:schemeClr val="accent4"/>
              </a:buClr>
              <a:buSzPts val="1600"/>
              <a:buNone/>
              <a:defRPr sz="1600">
                <a:solidFill>
                  <a:schemeClr val="accent4"/>
                </a:solidFill>
              </a:defRPr>
            </a:lvl8pPr>
            <a:lvl9pPr lvl="8" algn="r" rtl="0">
              <a:spcBef>
                <a:spcPts val="0"/>
              </a:spcBef>
              <a:spcAft>
                <a:spcPts val="0"/>
              </a:spcAft>
              <a:buClr>
                <a:schemeClr val="accent4"/>
              </a:buClr>
              <a:buSzPts val="1600"/>
              <a:buNone/>
              <a:defRPr sz="1600">
                <a:solidFill>
                  <a:schemeClr val="accent4"/>
                </a:solidFill>
              </a:defRPr>
            </a:lvl9pPr>
          </a:lstStyle>
          <a:p>
            <a:endParaRPr/>
          </a:p>
        </p:txBody>
      </p:sp>
      <p:cxnSp>
        <p:nvCxnSpPr>
          <p:cNvPr id="545" name="Google Shape;545;p16"/>
          <p:cNvCxnSpPr/>
          <p:nvPr/>
        </p:nvCxnSpPr>
        <p:spPr>
          <a:xfrm>
            <a:off x="8634675" y="-1279600"/>
            <a:ext cx="0" cy="2280000"/>
          </a:xfrm>
          <a:prstGeom prst="straightConnector1">
            <a:avLst/>
          </a:prstGeom>
          <a:noFill/>
          <a:ln w="28575" cap="flat" cmpd="sng">
            <a:solidFill>
              <a:schemeClr val="accent4"/>
            </a:solidFill>
            <a:prstDash val="solid"/>
            <a:round/>
            <a:headEnd type="none" w="med" len="med"/>
            <a:tailEnd type="none" w="med" len="med"/>
          </a:ln>
        </p:spPr>
      </p:cxnSp>
      <p:grpSp>
        <p:nvGrpSpPr>
          <p:cNvPr id="546" name="Google Shape;546;p16"/>
          <p:cNvGrpSpPr/>
          <p:nvPr/>
        </p:nvGrpSpPr>
        <p:grpSpPr>
          <a:xfrm rot="-5400000">
            <a:off x="665620" y="3611830"/>
            <a:ext cx="877851" cy="2209091"/>
            <a:chOff x="-26858" y="-227337"/>
            <a:chExt cx="1093215" cy="2757917"/>
          </a:xfrm>
        </p:grpSpPr>
        <p:sp>
          <p:nvSpPr>
            <p:cNvPr id="547" name="Google Shape;547;p16"/>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6"/>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6"/>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6"/>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6"/>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6"/>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6"/>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6"/>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6"/>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6"/>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6"/>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6"/>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6"/>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6"/>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6"/>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6"/>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6"/>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6"/>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9" name="Google Shape;569;p16"/>
          <p:cNvSpPr txBox="1">
            <a:spLocks noGrp="1"/>
          </p:cNvSpPr>
          <p:nvPr>
            <p:ph type="ctrTitle" idx="4"/>
          </p:nvPr>
        </p:nvSpPr>
        <p:spPr>
          <a:xfrm>
            <a:off x="5998758" y="1377824"/>
            <a:ext cx="18378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None/>
              <a:defRPr sz="2400"/>
            </a:lvl1pPr>
            <a:lvl2pPr lvl="1"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2pPr>
            <a:lvl3pPr lvl="2"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3pPr>
            <a:lvl4pPr lvl="3"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4pPr>
            <a:lvl5pPr lvl="4"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5pPr>
            <a:lvl6pPr lvl="5"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6pPr>
            <a:lvl7pPr lvl="6"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7pPr>
            <a:lvl8pPr lvl="7"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8pPr>
            <a:lvl9pPr lvl="8"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9pPr>
          </a:lstStyle>
          <a:p>
            <a:endParaRPr/>
          </a:p>
        </p:txBody>
      </p:sp>
      <p:sp>
        <p:nvSpPr>
          <p:cNvPr id="570" name="Google Shape;570;p16"/>
          <p:cNvSpPr txBox="1">
            <a:spLocks noGrp="1"/>
          </p:cNvSpPr>
          <p:nvPr>
            <p:ph type="title" idx="5" hasCustomPrompt="1"/>
          </p:nvPr>
        </p:nvSpPr>
        <p:spPr>
          <a:xfrm>
            <a:off x="4672800" y="1424244"/>
            <a:ext cx="1161300" cy="9417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8000"/>
              <a:buNone/>
              <a:defRPr sz="8000">
                <a:solidFill>
                  <a:schemeClr val="accent3"/>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571" name="Google Shape;571;p16"/>
          <p:cNvSpPr txBox="1">
            <a:spLocks noGrp="1"/>
          </p:cNvSpPr>
          <p:nvPr>
            <p:ph type="subTitle" idx="6"/>
          </p:nvPr>
        </p:nvSpPr>
        <p:spPr>
          <a:xfrm>
            <a:off x="5998758" y="1729862"/>
            <a:ext cx="2331600" cy="630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572" name="Google Shape;572;p16"/>
          <p:cNvSpPr txBox="1">
            <a:spLocks noGrp="1"/>
          </p:cNvSpPr>
          <p:nvPr>
            <p:ph type="ctrTitle" idx="7"/>
          </p:nvPr>
        </p:nvSpPr>
        <p:spPr>
          <a:xfrm>
            <a:off x="2139858" y="3122063"/>
            <a:ext cx="18378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None/>
              <a:defRPr sz="2400"/>
            </a:lvl1pPr>
            <a:lvl2pPr lvl="1"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2pPr>
            <a:lvl3pPr lvl="2"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3pPr>
            <a:lvl4pPr lvl="3"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4pPr>
            <a:lvl5pPr lvl="4"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5pPr>
            <a:lvl6pPr lvl="5"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6pPr>
            <a:lvl7pPr lvl="6"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7pPr>
            <a:lvl8pPr lvl="7"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8pPr>
            <a:lvl9pPr lvl="8"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9pPr>
          </a:lstStyle>
          <a:p>
            <a:endParaRPr/>
          </a:p>
        </p:txBody>
      </p:sp>
      <p:sp>
        <p:nvSpPr>
          <p:cNvPr id="573" name="Google Shape;573;p16"/>
          <p:cNvSpPr txBox="1">
            <a:spLocks noGrp="1"/>
          </p:cNvSpPr>
          <p:nvPr>
            <p:ph type="title" idx="8" hasCustomPrompt="1"/>
          </p:nvPr>
        </p:nvSpPr>
        <p:spPr>
          <a:xfrm>
            <a:off x="813900" y="3168483"/>
            <a:ext cx="1161300" cy="9417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8000"/>
              <a:buNone/>
              <a:defRPr sz="8000">
                <a:solidFill>
                  <a:schemeClr val="accent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574" name="Google Shape;574;p16"/>
          <p:cNvSpPr txBox="1">
            <a:spLocks noGrp="1"/>
          </p:cNvSpPr>
          <p:nvPr>
            <p:ph type="subTitle" idx="9"/>
          </p:nvPr>
        </p:nvSpPr>
        <p:spPr>
          <a:xfrm>
            <a:off x="2139858" y="3474101"/>
            <a:ext cx="2331600" cy="630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575" name="Google Shape;575;p16"/>
          <p:cNvSpPr txBox="1">
            <a:spLocks noGrp="1"/>
          </p:cNvSpPr>
          <p:nvPr>
            <p:ph type="ctrTitle" idx="13"/>
          </p:nvPr>
        </p:nvSpPr>
        <p:spPr>
          <a:xfrm>
            <a:off x="5998758" y="3122063"/>
            <a:ext cx="18378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None/>
              <a:defRPr sz="2400"/>
            </a:lvl1pPr>
            <a:lvl2pPr lvl="1"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2pPr>
            <a:lvl3pPr lvl="2"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3pPr>
            <a:lvl4pPr lvl="3"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4pPr>
            <a:lvl5pPr lvl="4"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5pPr>
            <a:lvl6pPr lvl="5"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6pPr>
            <a:lvl7pPr lvl="6"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7pPr>
            <a:lvl8pPr lvl="7"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8pPr>
            <a:lvl9pPr lvl="8"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9pPr>
          </a:lstStyle>
          <a:p>
            <a:endParaRPr/>
          </a:p>
        </p:txBody>
      </p:sp>
      <p:sp>
        <p:nvSpPr>
          <p:cNvPr id="576" name="Google Shape;576;p16"/>
          <p:cNvSpPr txBox="1">
            <a:spLocks noGrp="1"/>
          </p:cNvSpPr>
          <p:nvPr>
            <p:ph type="title" idx="14" hasCustomPrompt="1"/>
          </p:nvPr>
        </p:nvSpPr>
        <p:spPr>
          <a:xfrm>
            <a:off x="4672800" y="3168483"/>
            <a:ext cx="1161300" cy="9417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8000"/>
              <a:buNone/>
              <a:defRPr sz="8000">
                <a:solidFill>
                  <a:schemeClr val="accent4"/>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577" name="Google Shape;577;p16"/>
          <p:cNvSpPr txBox="1">
            <a:spLocks noGrp="1"/>
          </p:cNvSpPr>
          <p:nvPr>
            <p:ph type="subTitle" idx="15"/>
          </p:nvPr>
        </p:nvSpPr>
        <p:spPr>
          <a:xfrm>
            <a:off x="5998758" y="3474101"/>
            <a:ext cx="2331600" cy="630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able of contents 3">
  <p:cSld name="CUSTOM_1_1_1_1">
    <p:spTree>
      <p:nvGrpSpPr>
        <p:cNvPr id="1" name="Shape 578"/>
        <p:cNvGrpSpPr/>
        <p:nvPr/>
      </p:nvGrpSpPr>
      <p:grpSpPr>
        <a:xfrm>
          <a:off x="0" y="0"/>
          <a:ext cx="0" cy="0"/>
          <a:chOff x="0" y="0"/>
          <a:chExt cx="0" cy="0"/>
        </a:xfrm>
      </p:grpSpPr>
      <p:sp>
        <p:nvSpPr>
          <p:cNvPr id="579" name="Google Shape;579;p17"/>
          <p:cNvSpPr txBox="1">
            <a:spLocks noGrp="1"/>
          </p:cNvSpPr>
          <p:nvPr>
            <p:ph type="ctrTitle"/>
          </p:nvPr>
        </p:nvSpPr>
        <p:spPr>
          <a:xfrm>
            <a:off x="893040" y="1354325"/>
            <a:ext cx="23496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Barlow Condensed"/>
              <a:buNone/>
              <a:defRPr sz="2400"/>
            </a:lvl1pPr>
            <a:lvl2pPr lvl="1" algn="ctr" rtl="0">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algn="ctr" rtl="0">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algn="ctr" rtl="0">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algn="ctr" rtl="0">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algn="ctr" rtl="0">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algn="ctr" rtl="0">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algn="ctr" rtl="0">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algn="ctr" rtl="0">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a:endParaRPr/>
          </a:p>
        </p:txBody>
      </p:sp>
      <p:sp>
        <p:nvSpPr>
          <p:cNvPr id="580" name="Google Shape;580;p17"/>
          <p:cNvSpPr txBox="1">
            <a:spLocks noGrp="1"/>
          </p:cNvSpPr>
          <p:nvPr>
            <p:ph type="title" idx="2" hasCustomPrompt="1"/>
          </p:nvPr>
        </p:nvSpPr>
        <p:spPr>
          <a:xfrm>
            <a:off x="893104" y="771353"/>
            <a:ext cx="23496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solidFill>
                  <a:schemeClr val="accent6"/>
                </a:solidFill>
              </a:defRPr>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81" name="Google Shape;581;p17"/>
          <p:cNvSpPr txBox="1">
            <a:spLocks noGrp="1"/>
          </p:cNvSpPr>
          <p:nvPr>
            <p:ph type="ctrTitle" idx="3"/>
          </p:nvPr>
        </p:nvSpPr>
        <p:spPr>
          <a:xfrm>
            <a:off x="3398867" y="1354325"/>
            <a:ext cx="23496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Barlow Condensed"/>
              <a:buNone/>
              <a:defRPr sz="2400"/>
            </a:lvl1pPr>
            <a:lvl2pPr lvl="1" algn="ctr" rtl="0">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algn="ctr" rtl="0">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algn="ctr" rtl="0">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algn="ctr" rtl="0">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algn="ctr" rtl="0">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algn="ctr" rtl="0">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algn="ctr" rtl="0">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algn="ctr" rtl="0">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a:endParaRPr/>
          </a:p>
        </p:txBody>
      </p:sp>
      <p:sp>
        <p:nvSpPr>
          <p:cNvPr id="582" name="Google Shape;582;p17"/>
          <p:cNvSpPr txBox="1">
            <a:spLocks noGrp="1"/>
          </p:cNvSpPr>
          <p:nvPr>
            <p:ph type="title" idx="4" hasCustomPrompt="1"/>
          </p:nvPr>
        </p:nvSpPr>
        <p:spPr>
          <a:xfrm>
            <a:off x="3398905" y="771353"/>
            <a:ext cx="23496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solidFill>
                  <a:schemeClr val="accent5"/>
                </a:solidFill>
              </a:defRPr>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83" name="Google Shape;583;p17"/>
          <p:cNvSpPr txBox="1">
            <a:spLocks noGrp="1"/>
          </p:cNvSpPr>
          <p:nvPr>
            <p:ph type="ctrTitle" idx="5"/>
          </p:nvPr>
        </p:nvSpPr>
        <p:spPr>
          <a:xfrm>
            <a:off x="889725" y="3337175"/>
            <a:ext cx="23496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Barlow Condensed"/>
              <a:buNone/>
              <a:defRPr sz="2400"/>
            </a:lvl1pPr>
            <a:lvl2pPr lvl="1" algn="ctr" rtl="0">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algn="ctr" rtl="0">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algn="ctr" rtl="0">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algn="ctr" rtl="0">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algn="ctr" rtl="0">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algn="ctr" rtl="0">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algn="ctr" rtl="0">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algn="ctr" rtl="0">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a:endParaRPr/>
          </a:p>
        </p:txBody>
      </p:sp>
      <p:sp>
        <p:nvSpPr>
          <p:cNvPr id="584" name="Google Shape;584;p17"/>
          <p:cNvSpPr txBox="1">
            <a:spLocks noGrp="1"/>
          </p:cNvSpPr>
          <p:nvPr>
            <p:ph type="title" idx="6" hasCustomPrompt="1"/>
          </p:nvPr>
        </p:nvSpPr>
        <p:spPr>
          <a:xfrm>
            <a:off x="889737" y="2754203"/>
            <a:ext cx="23496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solidFill>
                  <a:schemeClr val="accent2"/>
                </a:solidFill>
              </a:defRPr>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85" name="Google Shape;585;p17"/>
          <p:cNvSpPr txBox="1">
            <a:spLocks noGrp="1"/>
          </p:cNvSpPr>
          <p:nvPr>
            <p:ph type="ctrTitle" idx="7"/>
          </p:nvPr>
        </p:nvSpPr>
        <p:spPr>
          <a:xfrm>
            <a:off x="3395552" y="3337175"/>
            <a:ext cx="23496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Barlow Condensed"/>
              <a:buNone/>
              <a:defRPr sz="2400"/>
            </a:lvl1pPr>
            <a:lvl2pPr lvl="1" algn="ctr" rtl="0">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algn="ctr" rtl="0">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algn="ctr" rtl="0">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algn="ctr" rtl="0">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algn="ctr" rtl="0">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algn="ctr" rtl="0">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algn="ctr" rtl="0">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algn="ctr" rtl="0">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a:endParaRPr/>
          </a:p>
        </p:txBody>
      </p:sp>
      <p:sp>
        <p:nvSpPr>
          <p:cNvPr id="586" name="Google Shape;586;p17"/>
          <p:cNvSpPr txBox="1">
            <a:spLocks noGrp="1"/>
          </p:cNvSpPr>
          <p:nvPr>
            <p:ph type="title" idx="8" hasCustomPrompt="1"/>
          </p:nvPr>
        </p:nvSpPr>
        <p:spPr>
          <a:xfrm>
            <a:off x="3395538" y="2754203"/>
            <a:ext cx="23496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solidFill>
                  <a:schemeClr val="lt2"/>
                </a:solidFill>
              </a:defRPr>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87" name="Google Shape;587;p17"/>
          <p:cNvSpPr txBox="1">
            <a:spLocks noGrp="1"/>
          </p:cNvSpPr>
          <p:nvPr>
            <p:ph type="subTitle" idx="1"/>
          </p:nvPr>
        </p:nvSpPr>
        <p:spPr>
          <a:xfrm>
            <a:off x="898154" y="1758075"/>
            <a:ext cx="2344800" cy="63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588" name="Google Shape;588;p17"/>
          <p:cNvSpPr txBox="1">
            <a:spLocks noGrp="1"/>
          </p:cNvSpPr>
          <p:nvPr>
            <p:ph type="subTitle" idx="9"/>
          </p:nvPr>
        </p:nvSpPr>
        <p:spPr>
          <a:xfrm>
            <a:off x="3398031" y="3740925"/>
            <a:ext cx="2344800" cy="63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589" name="Google Shape;589;p17"/>
          <p:cNvSpPr txBox="1">
            <a:spLocks noGrp="1"/>
          </p:cNvSpPr>
          <p:nvPr>
            <p:ph type="subTitle" idx="13"/>
          </p:nvPr>
        </p:nvSpPr>
        <p:spPr>
          <a:xfrm>
            <a:off x="893055" y="3740925"/>
            <a:ext cx="2344800" cy="63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590" name="Google Shape;590;p17"/>
          <p:cNvSpPr txBox="1">
            <a:spLocks noGrp="1"/>
          </p:cNvSpPr>
          <p:nvPr>
            <p:ph type="subTitle" idx="14"/>
          </p:nvPr>
        </p:nvSpPr>
        <p:spPr>
          <a:xfrm>
            <a:off x="3403067" y="1758075"/>
            <a:ext cx="2344800" cy="63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591" name="Google Shape;591;p17"/>
          <p:cNvSpPr txBox="1">
            <a:spLocks noGrp="1"/>
          </p:cNvSpPr>
          <p:nvPr>
            <p:ph type="ctrTitle" idx="15"/>
          </p:nvPr>
        </p:nvSpPr>
        <p:spPr>
          <a:xfrm>
            <a:off x="5904593" y="1354325"/>
            <a:ext cx="23496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Barlow Condensed"/>
              <a:buNone/>
              <a:defRPr sz="2400"/>
            </a:lvl1pPr>
            <a:lvl2pPr lvl="1" algn="ctr" rtl="0">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algn="ctr" rtl="0">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algn="ctr" rtl="0">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algn="ctr" rtl="0">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algn="ctr" rtl="0">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algn="ctr" rtl="0">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algn="ctr" rtl="0">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algn="ctr" rtl="0">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a:endParaRPr/>
          </a:p>
        </p:txBody>
      </p:sp>
      <p:sp>
        <p:nvSpPr>
          <p:cNvPr id="592" name="Google Shape;592;p17"/>
          <p:cNvSpPr txBox="1">
            <a:spLocks noGrp="1"/>
          </p:cNvSpPr>
          <p:nvPr>
            <p:ph type="title" idx="16" hasCustomPrompt="1"/>
          </p:nvPr>
        </p:nvSpPr>
        <p:spPr>
          <a:xfrm>
            <a:off x="5904631" y="771353"/>
            <a:ext cx="23496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solidFill>
                  <a:schemeClr val="accent4"/>
                </a:solidFill>
              </a:defRPr>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93" name="Google Shape;593;p17"/>
          <p:cNvSpPr txBox="1">
            <a:spLocks noGrp="1"/>
          </p:cNvSpPr>
          <p:nvPr>
            <p:ph type="ctrTitle" idx="17"/>
          </p:nvPr>
        </p:nvSpPr>
        <p:spPr>
          <a:xfrm>
            <a:off x="5901278" y="3337175"/>
            <a:ext cx="23496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Barlow Condensed"/>
              <a:buNone/>
              <a:defRPr sz="2400"/>
            </a:lvl1pPr>
            <a:lvl2pPr lvl="1" algn="ctr" rtl="0">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algn="ctr" rtl="0">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algn="ctr" rtl="0">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algn="ctr" rtl="0">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algn="ctr" rtl="0">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algn="ctr" rtl="0">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algn="ctr" rtl="0">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algn="ctr" rtl="0">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a:endParaRPr/>
          </a:p>
        </p:txBody>
      </p:sp>
      <p:sp>
        <p:nvSpPr>
          <p:cNvPr id="594" name="Google Shape;594;p17"/>
          <p:cNvSpPr txBox="1">
            <a:spLocks noGrp="1"/>
          </p:cNvSpPr>
          <p:nvPr>
            <p:ph type="title" idx="18" hasCustomPrompt="1"/>
          </p:nvPr>
        </p:nvSpPr>
        <p:spPr>
          <a:xfrm>
            <a:off x="5901265" y="2754203"/>
            <a:ext cx="23496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solidFill>
                  <a:schemeClr val="accent3"/>
                </a:solidFill>
              </a:defRPr>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95" name="Google Shape;595;p17"/>
          <p:cNvSpPr txBox="1">
            <a:spLocks noGrp="1"/>
          </p:cNvSpPr>
          <p:nvPr>
            <p:ph type="subTitle" idx="19"/>
          </p:nvPr>
        </p:nvSpPr>
        <p:spPr>
          <a:xfrm>
            <a:off x="5903758" y="3740925"/>
            <a:ext cx="2344800" cy="63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596" name="Google Shape;596;p17"/>
          <p:cNvSpPr txBox="1">
            <a:spLocks noGrp="1"/>
          </p:cNvSpPr>
          <p:nvPr>
            <p:ph type="subTitle" idx="20"/>
          </p:nvPr>
        </p:nvSpPr>
        <p:spPr>
          <a:xfrm>
            <a:off x="5908793" y="1758075"/>
            <a:ext cx="2344800" cy="63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597" name="Google Shape;597;p17"/>
          <p:cNvGrpSpPr/>
          <p:nvPr/>
        </p:nvGrpSpPr>
        <p:grpSpPr>
          <a:xfrm rot="5400000" flipH="1">
            <a:off x="7600520" y="3611830"/>
            <a:ext cx="877851" cy="2209091"/>
            <a:chOff x="-26858" y="-227337"/>
            <a:chExt cx="1093215" cy="2757917"/>
          </a:xfrm>
        </p:grpSpPr>
        <p:sp>
          <p:nvSpPr>
            <p:cNvPr id="598" name="Google Shape;598;p17"/>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7"/>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7"/>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7"/>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7"/>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7"/>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7"/>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7"/>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7"/>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7"/>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7"/>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7"/>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7"/>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7"/>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7"/>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7"/>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7"/>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7"/>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620"/>
        <p:cNvGrpSpPr/>
        <p:nvPr/>
      </p:nvGrpSpPr>
      <p:grpSpPr>
        <a:xfrm>
          <a:off x="0" y="0"/>
          <a:ext cx="0" cy="0"/>
          <a:chOff x="0" y="0"/>
          <a:chExt cx="0" cy="0"/>
        </a:xfrm>
      </p:grpSpPr>
      <p:sp>
        <p:nvSpPr>
          <p:cNvPr id="621" name="Google Shape;621;p18"/>
          <p:cNvSpPr txBox="1">
            <a:spLocks noGrp="1"/>
          </p:cNvSpPr>
          <p:nvPr>
            <p:ph type="subTitle" idx="1"/>
          </p:nvPr>
        </p:nvSpPr>
        <p:spPr>
          <a:xfrm>
            <a:off x="1357575" y="2398275"/>
            <a:ext cx="2568300" cy="576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622" name="Google Shape;622;p18"/>
          <p:cNvSpPr txBox="1">
            <a:spLocks noGrp="1"/>
          </p:cNvSpPr>
          <p:nvPr>
            <p:ph type="subTitle" idx="2"/>
          </p:nvPr>
        </p:nvSpPr>
        <p:spPr>
          <a:xfrm>
            <a:off x="1132425" y="3320025"/>
            <a:ext cx="3018600" cy="829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1100"/>
              <a:buChar char="●"/>
              <a:defRPr>
                <a:solidFill>
                  <a:schemeClr val="dk1"/>
                </a:solidFill>
              </a:defRPr>
            </a:lvl1pPr>
            <a:lvl2pPr lvl="1" algn="ctr" rtl="0">
              <a:spcBef>
                <a:spcPts val="0"/>
              </a:spcBef>
              <a:spcAft>
                <a:spcPts val="0"/>
              </a:spcAft>
              <a:buSzPts val="1100"/>
              <a:buChar char="○"/>
              <a:defRPr sz="1100"/>
            </a:lvl2pPr>
            <a:lvl3pPr lvl="2" algn="ctr" rtl="0">
              <a:spcBef>
                <a:spcPts val="1600"/>
              </a:spcBef>
              <a:spcAft>
                <a:spcPts val="0"/>
              </a:spcAft>
              <a:buSzPts val="1100"/>
              <a:buChar char="■"/>
              <a:defRPr sz="1100"/>
            </a:lvl3pPr>
            <a:lvl4pPr lvl="3" algn="ctr" rtl="0">
              <a:spcBef>
                <a:spcPts val="1600"/>
              </a:spcBef>
              <a:spcAft>
                <a:spcPts val="0"/>
              </a:spcAft>
              <a:buSzPts val="1100"/>
              <a:buChar char="●"/>
              <a:defRPr sz="1100"/>
            </a:lvl4pPr>
            <a:lvl5pPr lvl="4" algn="ctr" rtl="0">
              <a:spcBef>
                <a:spcPts val="1600"/>
              </a:spcBef>
              <a:spcAft>
                <a:spcPts val="0"/>
              </a:spcAft>
              <a:buSzPts val="1100"/>
              <a:buChar char="○"/>
              <a:defRPr sz="1100"/>
            </a:lvl5pPr>
            <a:lvl6pPr lvl="5" algn="ctr" rtl="0">
              <a:spcBef>
                <a:spcPts val="1600"/>
              </a:spcBef>
              <a:spcAft>
                <a:spcPts val="0"/>
              </a:spcAft>
              <a:buSzPts val="1100"/>
              <a:buChar char="■"/>
              <a:defRPr sz="1100"/>
            </a:lvl6pPr>
            <a:lvl7pPr lvl="6" algn="ctr" rtl="0">
              <a:spcBef>
                <a:spcPts val="1600"/>
              </a:spcBef>
              <a:spcAft>
                <a:spcPts val="0"/>
              </a:spcAft>
              <a:buSzPts val="1100"/>
              <a:buChar char="●"/>
              <a:defRPr sz="1100"/>
            </a:lvl7pPr>
            <a:lvl8pPr lvl="7" algn="ctr" rtl="0">
              <a:spcBef>
                <a:spcPts val="1600"/>
              </a:spcBef>
              <a:spcAft>
                <a:spcPts val="0"/>
              </a:spcAft>
              <a:buSzPts val="1100"/>
              <a:buChar char="○"/>
              <a:defRPr sz="1100"/>
            </a:lvl8pPr>
            <a:lvl9pPr lvl="8" algn="ctr" rtl="0">
              <a:spcBef>
                <a:spcPts val="1600"/>
              </a:spcBef>
              <a:spcAft>
                <a:spcPts val="1600"/>
              </a:spcAft>
              <a:buSzPts val="1100"/>
              <a:buChar char="■"/>
              <a:defRPr sz="1100"/>
            </a:lvl9pPr>
          </a:lstStyle>
          <a:p>
            <a:endParaRPr/>
          </a:p>
        </p:txBody>
      </p:sp>
      <p:sp>
        <p:nvSpPr>
          <p:cNvPr id="623" name="Google Shape;623;p18"/>
          <p:cNvSpPr txBox="1">
            <a:spLocks noGrp="1"/>
          </p:cNvSpPr>
          <p:nvPr>
            <p:ph type="title" hasCustomPrompt="1"/>
          </p:nvPr>
        </p:nvSpPr>
        <p:spPr>
          <a:xfrm>
            <a:off x="1676475" y="984050"/>
            <a:ext cx="1930500" cy="576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0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r>
              <a:t>xx%</a:t>
            </a:r>
          </a:p>
        </p:txBody>
      </p:sp>
      <p:sp>
        <p:nvSpPr>
          <p:cNvPr id="624" name="Google Shape;624;p18"/>
          <p:cNvSpPr txBox="1">
            <a:spLocks noGrp="1"/>
          </p:cNvSpPr>
          <p:nvPr>
            <p:ph type="subTitle" idx="3"/>
          </p:nvPr>
        </p:nvSpPr>
        <p:spPr>
          <a:xfrm>
            <a:off x="1700175" y="2912675"/>
            <a:ext cx="18831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Barlow Condensed Medium"/>
              <a:buNone/>
              <a:defRPr sz="1600">
                <a:latin typeface="Barlow Condensed Medium"/>
                <a:ea typeface="Barlow Condensed Medium"/>
                <a:cs typeface="Barlow Condensed Medium"/>
                <a:sym typeface="Barlow Condensed Medium"/>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25" name="Google Shape;625;p18"/>
          <p:cNvSpPr txBox="1">
            <a:spLocks noGrp="1"/>
          </p:cNvSpPr>
          <p:nvPr>
            <p:ph type="subTitle" idx="4"/>
          </p:nvPr>
        </p:nvSpPr>
        <p:spPr>
          <a:xfrm>
            <a:off x="5235388" y="2398275"/>
            <a:ext cx="2569500" cy="576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26" name="Google Shape;626;p18"/>
          <p:cNvSpPr txBox="1">
            <a:spLocks noGrp="1"/>
          </p:cNvSpPr>
          <p:nvPr>
            <p:ph type="subTitle" idx="5"/>
          </p:nvPr>
        </p:nvSpPr>
        <p:spPr>
          <a:xfrm>
            <a:off x="5011450" y="3320025"/>
            <a:ext cx="3017400" cy="829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1100"/>
              <a:buChar char="●"/>
              <a:defRPr>
                <a:solidFill>
                  <a:schemeClr val="dk1"/>
                </a:solidFill>
              </a:defRPr>
            </a:lvl1pPr>
            <a:lvl2pPr lvl="1" algn="ctr" rtl="0">
              <a:spcBef>
                <a:spcPts val="0"/>
              </a:spcBef>
              <a:spcAft>
                <a:spcPts val="0"/>
              </a:spcAft>
              <a:buSzPts val="1100"/>
              <a:buChar char="○"/>
              <a:defRPr sz="1100"/>
            </a:lvl2pPr>
            <a:lvl3pPr lvl="2" algn="ctr" rtl="0">
              <a:spcBef>
                <a:spcPts val="1600"/>
              </a:spcBef>
              <a:spcAft>
                <a:spcPts val="0"/>
              </a:spcAft>
              <a:buSzPts val="1100"/>
              <a:buChar char="■"/>
              <a:defRPr sz="1100"/>
            </a:lvl3pPr>
            <a:lvl4pPr lvl="3" algn="ctr" rtl="0">
              <a:spcBef>
                <a:spcPts val="1600"/>
              </a:spcBef>
              <a:spcAft>
                <a:spcPts val="0"/>
              </a:spcAft>
              <a:buSzPts val="1100"/>
              <a:buChar char="●"/>
              <a:defRPr sz="1100"/>
            </a:lvl4pPr>
            <a:lvl5pPr lvl="4" algn="ctr" rtl="0">
              <a:spcBef>
                <a:spcPts val="1600"/>
              </a:spcBef>
              <a:spcAft>
                <a:spcPts val="0"/>
              </a:spcAft>
              <a:buSzPts val="1100"/>
              <a:buChar char="○"/>
              <a:defRPr sz="1100"/>
            </a:lvl5pPr>
            <a:lvl6pPr lvl="5" algn="ctr" rtl="0">
              <a:spcBef>
                <a:spcPts val="1600"/>
              </a:spcBef>
              <a:spcAft>
                <a:spcPts val="0"/>
              </a:spcAft>
              <a:buSzPts val="1100"/>
              <a:buChar char="■"/>
              <a:defRPr sz="1100"/>
            </a:lvl6pPr>
            <a:lvl7pPr lvl="6" algn="ctr" rtl="0">
              <a:spcBef>
                <a:spcPts val="1600"/>
              </a:spcBef>
              <a:spcAft>
                <a:spcPts val="0"/>
              </a:spcAft>
              <a:buSzPts val="1100"/>
              <a:buChar char="●"/>
              <a:defRPr sz="1100"/>
            </a:lvl7pPr>
            <a:lvl8pPr lvl="7" algn="ctr" rtl="0">
              <a:spcBef>
                <a:spcPts val="1600"/>
              </a:spcBef>
              <a:spcAft>
                <a:spcPts val="0"/>
              </a:spcAft>
              <a:buSzPts val="1100"/>
              <a:buChar char="○"/>
              <a:defRPr sz="1100"/>
            </a:lvl8pPr>
            <a:lvl9pPr lvl="8" algn="ctr" rtl="0">
              <a:spcBef>
                <a:spcPts val="1600"/>
              </a:spcBef>
              <a:spcAft>
                <a:spcPts val="1600"/>
              </a:spcAft>
              <a:buSzPts val="1100"/>
              <a:buChar char="■"/>
              <a:defRPr sz="1100"/>
            </a:lvl9pPr>
          </a:lstStyle>
          <a:p>
            <a:endParaRPr/>
          </a:p>
        </p:txBody>
      </p:sp>
      <p:sp>
        <p:nvSpPr>
          <p:cNvPr id="627" name="Google Shape;627;p18"/>
          <p:cNvSpPr txBox="1">
            <a:spLocks noGrp="1"/>
          </p:cNvSpPr>
          <p:nvPr>
            <p:ph type="title" idx="6" hasCustomPrompt="1"/>
          </p:nvPr>
        </p:nvSpPr>
        <p:spPr>
          <a:xfrm>
            <a:off x="5554900" y="984050"/>
            <a:ext cx="1930500" cy="576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628" name="Google Shape;628;p18"/>
          <p:cNvSpPr txBox="1">
            <a:spLocks noGrp="1"/>
          </p:cNvSpPr>
          <p:nvPr>
            <p:ph type="subTitle" idx="7"/>
          </p:nvPr>
        </p:nvSpPr>
        <p:spPr>
          <a:xfrm>
            <a:off x="5554825" y="2912675"/>
            <a:ext cx="19305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Barlow Condensed Medium"/>
              <a:buNone/>
              <a:defRPr sz="1600">
                <a:latin typeface="Barlow Condensed Medium"/>
                <a:ea typeface="Barlow Condensed Medium"/>
                <a:cs typeface="Barlow Condensed Medium"/>
                <a:sym typeface="Barlow Condensed Medium"/>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29" name="Google Shape;629;p18"/>
          <p:cNvSpPr txBox="1">
            <a:spLocks noGrp="1"/>
          </p:cNvSpPr>
          <p:nvPr>
            <p:ph type="ctrTitle" idx="8"/>
          </p:nvPr>
        </p:nvSpPr>
        <p:spPr>
          <a:xfrm>
            <a:off x="266501" y="468450"/>
            <a:ext cx="80955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r" rtl="0">
              <a:spcBef>
                <a:spcPts val="0"/>
              </a:spcBef>
              <a:spcAft>
                <a:spcPts val="0"/>
              </a:spcAft>
              <a:buSzPts val="1600"/>
              <a:buNone/>
              <a:defRPr sz="1600"/>
            </a:lvl2pPr>
            <a:lvl3pPr lvl="2" algn="r" rtl="0">
              <a:spcBef>
                <a:spcPts val="0"/>
              </a:spcBef>
              <a:spcAft>
                <a:spcPts val="0"/>
              </a:spcAft>
              <a:buSzPts val="1600"/>
              <a:buNone/>
              <a:defRPr sz="1600"/>
            </a:lvl3pPr>
            <a:lvl4pPr lvl="3" algn="r" rtl="0">
              <a:spcBef>
                <a:spcPts val="0"/>
              </a:spcBef>
              <a:spcAft>
                <a:spcPts val="0"/>
              </a:spcAft>
              <a:buSzPts val="1600"/>
              <a:buNone/>
              <a:defRPr sz="1600"/>
            </a:lvl4pPr>
            <a:lvl5pPr lvl="4" algn="r" rtl="0">
              <a:spcBef>
                <a:spcPts val="0"/>
              </a:spcBef>
              <a:spcAft>
                <a:spcPts val="0"/>
              </a:spcAft>
              <a:buSzPts val="1600"/>
              <a:buNone/>
              <a:defRPr sz="1600"/>
            </a:lvl5pPr>
            <a:lvl6pPr lvl="5" algn="r" rtl="0">
              <a:spcBef>
                <a:spcPts val="0"/>
              </a:spcBef>
              <a:spcAft>
                <a:spcPts val="0"/>
              </a:spcAft>
              <a:buSzPts val="1600"/>
              <a:buNone/>
              <a:defRPr sz="1600"/>
            </a:lvl6pPr>
            <a:lvl7pPr lvl="6" algn="r" rtl="0">
              <a:spcBef>
                <a:spcPts val="0"/>
              </a:spcBef>
              <a:spcAft>
                <a:spcPts val="0"/>
              </a:spcAft>
              <a:buSzPts val="1600"/>
              <a:buNone/>
              <a:defRPr sz="1600"/>
            </a:lvl7pPr>
            <a:lvl8pPr lvl="7" algn="r" rtl="0">
              <a:spcBef>
                <a:spcPts val="0"/>
              </a:spcBef>
              <a:spcAft>
                <a:spcPts val="0"/>
              </a:spcAft>
              <a:buSzPts val="1600"/>
              <a:buNone/>
              <a:defRPr sz="1600"/>
            </a:lvl8pPr>
            <a:lvl9pPr lvl="8" algn="r" rtl="0">
              <a:spcBef>
                <a:spcPts val="0"/>
              </a:spcBef>
              <a:spcAft>
                <a:spcPts val="0"/>
              </a:spcAft>
              <a:buSzPts val="1600"/>
              <a:buNone/>
              <a:defRPr sz="1600"/>
            </a:lvl9pPr>
          </a:lstStyle>
          <a:p>
            <a:endParaRPr/>
          </a:p>
        </p:txBody>
      </p:sp>
      <p:cxnSp>
        <p:nvCxnSpPr>
          <p:cNvPr id="630" name="Google Shape;630;p18"/>
          <p:cNvCxnSpPr/>
          <p:nvPr/>
        </p:nvCxnSpPr>
        <p:spPr>
          <a:xfrm>
            <a:off x="8634675" y="-1604650"/>
            <a:ext cx="0" cy="2664900"/>
          </a:xfrm>
          <a:prstGeom prst="straightConnector1">
            <a:avLst/>
          </a:prstGeom>
          <a:noFill/>
          <a:ln w="28575" cap="flat" cmpd="sng">
            <a:solidFill>
              <a:schemeClr val="accent4"/>
            </a:solidFill>
            <a:prstDash val="solid"/>
            <a:round/>
            <a:headEnd type="none" w="med" len="med"/>
            <a:tailEnd type="none" w="med" len="med"/>
          </a:ln>
        </p:spPr>
      </p:cxnSp>
      <p:grpSp>
        <p:nvGrpSpPr>
          <p:cNvPr id="631" name="Google Shape;631;p18"/>
          <p:cNvGrpSpPr/>
          <p:nvPr/>
        </p:nvGrpSpPr>
        <p:grpSpPr>
          <a:xfrm rot="-5400000">
            <a:off x="665620" y="3611830"/>
            <a:ext cx="877851" cy="2209091"/>
            <a:chOff x="-26858" y="-227337"/>
            <a:chExt cx="1093215" cy="2757917"/>
          </a:xfrm>
        </p:grpSpPr>
        <p:sp>
          <p:nvSpPr>
            <p:cNvPr id="632" name="Google Shape;632;p18"/>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8"/>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8"/>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8"/>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8"/>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8"/>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8"/>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8"/>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8"/>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8"/>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8"/>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8"/>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8"/>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8"/>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8"/>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8"/>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8"/>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8"/>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TITLE_1_1">
    <p:spTree>
      <p:nvGrpSpPr>
        <p:cNvPr id="1" name="Shape 654"/>
        <p:cNvGrpSpPr/>
        <p:nvPr/>
      </p:nvGrpSpPr>
      <p:grpSpPr>
        <a:xfrm>
          <a:off x="0" y="0"/>
          <a:ext cx="0" cy="0"/>
          <a:chOff x="0" y="0"/>
          <a:chExt cx="0" cy="0"/>
        </a:xfrm>
      </p:grpSpPr>
      <p:sp>
        <p:nvSpPr>
          <p:cNvPr id="655" name="Google Shape;655;p19"/>
          <p:cNvSpPr txBox="1">
            <a:spLocks noGrp="1"/>
          </p:cNvSpPr>
          <p:nvPr>
            <p:ph type="ctrTitle"/>
          </p:nvPr>
        </p:nvSpPr>
        <p:spPr>
          <a:xfrm>
            <a:off x="2769125" y="539500"/>
            <a:ext cx="3605700" cy="839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656" name="Google Shape;656;p19"/>
          <p:cNvSpPr txBox="1">
            <a:spLocks noGrp="1"/>
          </p:cNvSpPr>
          <p:nvPr>
            <p:ph type="subTitle" idx="1"/>
          </p:nvPr>
        </p:nvSpPr>
        <p:spPr>
          <a:xfrm>
            <a:off x="2725300" y="1609975"/>
            <a:ext cx="3693300" cy="102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57" name="Google Shape;657;p19"/>
          <p:cNvSpPr txBox="1"/>
          <p:nvPr/>
        </p:nvSpPr>
        <p:spPr>
          <a:xfrm>
            <a:off x="3023550" y="3354600"/>
            <a:ext cx="3096900" cy="898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chemeClr val="dk1"/>
                </a:solidFill>
                <a:latin typeface="Arvo"/>
                <a:ea typeface="Arvo"/>
                <a:cs typeface="Arvo"/>
                <a:sym typeface="Arvo"/>
              </a:rPr>
              <a:t>CREDITS: This presentation template was created by </a:t>
            </a:r>
            <a:r>
              <a:rPr lang="en" sz="1000" b="1">
                <a:solidFill>
                  <a:schemeClr val="dk1"/>
                </a:solidFill>
                <a:uFill>
                  <a:noFill/>
                </a:uFill>
                <a:latin typeface="Arvo"/>
                <a:ea typeface="Arvo"/>
                <a:cs typeface="Arvo"/>
                <a:sym typeface="Arvo"/>
                <a:hlinkClick r:id="rId2">
                  <a:extLst>
                    <a:ext uri="{A12FA001-AC4F-418D-AE19-62706E023703}">
                      <ahyp:hlinkClr xmlns:ahyp="http://schemas.microsoft.com/office/drawing/2018/hyperlinkcolor" val="tx"/>
                    </a:ext>
                  </a:extLst>
                </a:hlinkClick>
              </a:rPr>
              <a:t>Slidesgo</a:t>
            </a:r>
            <a:r>
              <a:rPr lang="en" sz="1000">
                <a:solidFill>
                  <a:schemeClr val="dk1"/>
                </a:solidFill>
                <a:latin typeface="Arvo"/>
                <a:ea typeface="Arvo"/>
                <a:cs typeface="Arvo"/>
                <a:sym typeface="Arvo"/>
              </a:rPr>
              <a:t>, including icons by </a:t>
            </a:r>
            <a:r>
              <a:rPr lang="en" sz="1000" b="1">
                <a:solidFill>
                  <a:schemeClr val="dk1"/>
                </a:solidFill>
                <a:uFill>
                  <a:noFill/>
                </a:uFill>
                <a:latin typeface="Arvo"/>
                <a:ea typeface="Arvo"/>
                <a:cs typeface="Arvo"/>
                <a:sym typeface="Arvo"/>
                <a:hlinkClick r:id="rId3">
                  <a:extLst>
                    <a:ext uri="{A12FA001-AC4F-418D-AE19-62706E023703}">
                      <ahyp:hlinkClr xmlns:ahyp="http://schemas.microsoft.com/office/drawing/2018/hyperlinkcolor" val="tx"/>
                    </a:ext>
                  </a:extLst>
                </a:hlinkClick>
              </a:rPr>
              <a:t>Flaticon</a:t>
            </a:r>
            <a:r>
              <a:rPr lang="en" sz="1000">
                <a:solidFill>
                  <a:schemeClr val="dk1"/>
                </a:solidFill>
                <a:latin typeface="Arvo"/>
                <a:ea typeface="Arvo"/>
                <a:cs typeface="Arvo"/>
                <a:sym typeface="Arvo"/>
              </a:rPr>
              <a:t>, infographics &amp; images by </a:t>
            </a:r>
            <a:r>
              <a:rPr lang="en" sz="1000" b="1">
                <a:solidFill>
                  <a:schemeClr val="dk1"/>
                </a:solidFill>
                <a:uFill>
                  <a:noFill/>
                </a:uFill>
                <a:latin typeface="Arvo"/>
                <a:ea typeface="Arvo"/>
                <a:cs typeface="Arvo"/>
                <a:sym typeface="Arvo"/>
                <a:hlinkClick r:id="rId4">
                  <a:extLst>
                    <a:ext uri="{A12FA001-AC4F-418D-AE19-62706E023703}">
                      <ahyp:hlinkClr xmlns:ahyp="http://schemas.microsoft.com/office/drawing/2018/hyperlinkcolor" val="tx"/>
                    </a:ext>
                  </a:extLst>
                </a:hlinkClick>
              </a:rPr>
              <a:t>Freepik</a:t>
            </a:r>
            <a:endParaRPr sz="1000" b="1">
              <a:solidFill>
                <a:schemeClr val="dk1"/>
              </a:solidFill>
              <a:latin typeface="Arvo"/>
              <a:ea typeface="Arvo"/>
              <a:cs typeface="Arvo"/>
              <a:sym typeface="Arvo"/>
            </a:endParaRPr>
          </a:p>
        </p:txBody>
      </p:sp>
      <p:grpSp>
        <p:nvGrpSpPr>
          <p:cNvPr id="658" name="Google Shape;658;p19"/>
          <p:cNvGrpSpPr/>
          <p:nvPr/>
        </p:nvGrpSpPr>
        <p:grpSpPr>
          <a:xfrm flipH="1">
            <a:off x="0" y="2933725"/>
            <a:ext cx="2044793" cy="2209776"/>
            <a:chOff x="1384075" y="241450"/>
            <a:chExt cx="4822625" cy="5215425"/>
          </a:xfrm>
        </p:grpSpPr>
        <p:sp>
          <p:nvSpPr>
            <p:cNvPr id="659" name="Google Shape;659;p19"/>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9"/>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9"/>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9"/>
            <p:cNvSpPr/>
            <p:nvPr/>
          </p:nvSpPr>
          <p:spPr>
            <a:xfrm>
              <a:off x="4827375" y="1479000"/>
              <a:ext cx="691350" cy="795600"/>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9"/>
            <p:cNvSpPr/>
            <p:nvPr/>
          </p:nvSpPr>
          <p:spPr>
            <a:xfrm>
              <a:off x="4827375" y="1875125"/>
              <a:ext cx="691350" cy="1195050"/>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9"/>
            <p:cNvSpPr/>
            <p:nvPr/>
          </p:nvSpPr>
          <p:spPr>
            <a:xfrm>
              <a:off x="5518700" y="2274575"/>
              <a:ext cx="688000" cy="795600"/>
            </a:xfrm>
            <a:custGeom>
              <a:avLst/>
              <a:gdLst/>
              <a:ahLst/>
              <a:cxnLst/>
              <a:rect l="l" t="t" r="r" b="b"/>
              <a:pathLst>
                <a:path w="27520" h="31824" extrusionOk="0">
                  <a:moveTo>
                    <a:pt x="0" y="0"/>
                  </a:moveTo>
                  <a:lnTo>
                    <a:pt x="0" y="31823"/>
                  </a:lnTo>
                  <a:lnTo>
                    <a:pt x="27520" y="15978"/>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9"/>
            <p:cNvSpPr/>
            <p:nvPr/>
          </p:nvSpPr>
          <p:spPr>
            <a:xfrm>
              <a:off x="4827375" y="3865700"/>
              <a:ext cx="691350" cy="1195050"/>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9"/>
            <p:cNvSpPr/>
            <p:nvPr/>
          </p:nvSpPr>
          <p:spPr>
            <a:xfrm>
              <a:off x="4830700" y="4661275"/>
              <a:ext cx="688025" cy="795600"/>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9"/>
            <p:cNvSpPr/>
            <p:nvPr/>
          </p:nvSpPr>
          <p:spPr>
            <a:xfrm>
              <a:off x="5518700" y="3865700"/>
              <a:ext cx="688000" cy="795600"/>
            </a:xfrm>
            <a:custGeom>
              <a:avLst/>
              <a:gdLst/>
              <a:ahLst/>
              <a:cxnLst/>
              <a:rect l="l" t="t" r="r" b="b"/>
              <a:pathLst>
                <a:path w="27520" h="31824" extrusionOk="0">
                  <a:moveTo>
                    <a:pt x="0" y="1"/>
                  </a:moveTo>
                  <a:lnTo>
                    <a:pt x="0" y="31824"/>
                  </a:lnTo>
                  <a:lnTo>
                    <a:pt x="27520"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9"/>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9"/>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9"/>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9"/>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9"/>
            <p:cNvSpPr/>
            <p:nvPr/>
          </p:nvSpPr>
          <p:spPr>
            <a:xfrm>
              <a:off x="4139375" y="2670675"/>
              <a:ext cx="688025" cy="798950"/>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9"/>
            <p:cNvSpPr/>
            <p:nvPr/>
          </p:nvSpPr>
          <p:spPr>
            <a:xfrm>
              <a:off x="4139375" y="3070150"/>
              <a:ext cx="688025" cy="795575"/>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9"/>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9"/>
            <p:cNvSpPr/>
            <p:nvPr/>
          </p:nvSpPr>
          <p:spPr>
            <a:xfrm>
              <a:off x="3451375" y="3070150"/>
              <a:ext cx="688025" cy="795575"/>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9"/>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9"/>
            <p:cNvSpPr/>
            <p:nvPr/>
          </p:nvSpPr>
          <p:spPr>
            <a:xfrm>
              <a:off x="3451375" y="1479000"/>
              <a:ext cx="688025" cy="795600"/>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9"/>
            <p:cNvSpPr/>
            <p:nvPr/>
          </p:nvSpPr>
          <p:spPr>
            <a:xfrm>
              <a:off x="3448050" y="1878450"/>
              <a:ext cx="694675" cy="1191725"/>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9"/>
            <p:cNvSpPr/>
            <p:nvPr/>
          </p:nvSpPr>
          <p:spPr>
            <a:xfrm>
              <a:off x="4139375" y="1878450"/>
              <a:ext cx="688025" cy="1191725"/>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9"/>
            <p:cNvSpPr/>
            <p:nvPr/>
          </p:nvSpPr>
          <p:spPr>
            <a:xfrm>
              <a:off x="4382875" y="241450"/>
              <a:ext cx="201000" cy="22935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9"/>
            <p:cNvSpPr/>
            <p:nvPr/>
          </p:nvSpPr>
          <p:spPr>
            <a:xfrm>
              <a:off x="4139375" y="682600"/>
              <a:ext cx="688025" cy="796425"/>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9"/>
            <p:cNvSpPr/>
            <p:nvPr/>
          </p:nvSpPr>
          <p:spPr>
            <a:xfrm>
              <a:off x="3451375" y="4661275"/>
              <a:ext cx="1376025" cy="795600"/>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9"/>
            <p:cNvSpPr/>
            <p:nvPr/>
          </p:nvSpPr>
          <p:spPr>
            <a:xfrm>
              <a:off x="4139375" y="3865700"/>
              <a:ext cx="688025" cy="1195050"/>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9"/>
            <p:cNvSpPr/>
            <p:nvPr/>
          </p:nvSpPr>
          <p:spPr>
            <a:xfrm>
              <a:off x="4139375" y="3469600"/>
              <a:ext cx="688025" cy="795575"/>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9"/>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9"/>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9"/>
            <p:cNvSpPr/>
            <p:nvPr/>
          </p:nvSpPr>
          <p:spPr>
            <a:xfrm>
              <a:off x="3451375" y="3469600"/>
              <a:ext cx="688025" cy="795575"/>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9"/>
            <p:cNvSpPr/>
            <p:nvPr/>
          </p:nvSpPr>
          <p:spPr>
            <a:xfrm>
              <a:off x="3451375" y="2670675"/>
              <a:ext cx="1376025" cy="1195050"/>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9"/>
            <p:cNvSpPr/>
            <p:nvPr/>
          </p:nvSpPr>
          <p:spPr>
            <a:xfrm>
              <a:off x="2760050" y="2670675"/>
              <a:ext cx="691350" cy="798950"/>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9"/>
            <p:cNvSpPr/>
            <p:nvPr/>
          </p:nvSpPr>
          <p:spPr>
            <a:xfrm>
              <a:off x="2760050" y="3070150"/>
              <a:ext cx="691350" cy="795575"/>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9"/>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9"/>
            <p:cNvSpPr/>
            <p:nvPr/>
          </p:nvSpPr>
          <p:spPr>
            <a:xfrm>
              <a:off x="2072075" y="1479000"/>
              <a:ext cx="688000" cy="795600"/>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9"/>
            <p:cNvSpPr/>
            <p:nvPr/>
          </p:nvSpPr>
          <p:spPr>
            <a:xfrm>
              <a:off x="1967825" y="2486400"/>
              <a:ext cx="322750" cy="371950"/>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9"/>
            <p:cNvSpPr/>
            <p:nvPr/>
          </p:nvSpPr>
          <p:spPr>
            <a:xfrm>
              <a:off x="2065400" y="1412275"/>
              <a:ext cx="218500" cy="254375"/>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9"/>
            <p:cNvSpPr/>
            <p:nvPr/>
          </p:nvSpPr>
          <p:spPr>
            <a:xfrm>
              <a:off x="2760050" y="1878450"/>
              <a:ext cx="691350" cy="1191725"/>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9"/>
            <p:cNvSpPr/>
            <p:nvPr/>
          </p:nvSpPr>
          <p:spPr>
            <a:xfrm>
              <a:off x="2760050" y="1479000"/>
              <a:ext cx="691350" cy="795600"/>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9"/>
            <p:cNvSpPr/>
            <p:nvPr/>
          </p:nvSpPr>
          <p:spPr>
            <a:xfrm>
              <a:off x="2072075" y="3865700"/>
              <a:ext cx="688000" cy="795600"/>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9"/>
            <p:cNvSpPr/>
            <p:nvPr/>
          </p:nvSpPr>
          <p:spPr>
            <a:xfrm>
              <a:off x="1384075" y="4661275"/>
              <a:ext cx="688025" cy="795600"/>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9"/>
            <p:cNvSpPr/>
            <p:nvPr/>
          </p:nvSpPr>
          <p:spPr>
            <a:xfrm>
              <a:off x="2760050" y="3865700"/>
              <a:ext cx="691350" cy="1591175"/>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9"/>
            <p:cNvSpPr/>
            <p:nvPr/>
          </p:nvSpPr>
          <p:spPr>
            <a:xfrm>
              <a:off x="2760050" y="3469600"/>
              <a:ext cx="691350" cy="795575"/>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9"/>
            <p:cNvSpPr/>
            <p:nvPr/>
          </p:nvSpPr>
          <p:spPr>
            <a:xfrm>
              <a:off x="3448050" y="3469600"/>
              <a:ext cx="691350" cy="159115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9"/>
            <p:cNvSpPr/>
            <p:nvPr/>
          </p:nvSpPr>
          <p:spPr>
            <a:xfrm>
              <a:off x="2760050" y="2670675"/>
              <a:ext cx="1379350" cy="1195050"/>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 name="Google Shape;703;p19"/>
          <p:cNvGrpSpPr/>
          <p:nvPr/>
        </p:nvGrpSpPr>
        <p:grpSpPr>
          <a:xfrm flipH="1">
            <a:off x="6934090" y="-76200"/>
            <a:ext cx="2286103" cy="2895537"/>
            <a:chOff x="-26858" y="-227337"/>
            <a:chExt cx="2186403" cy="2757917"/>
          </a:xfrm>
        </p:grpSpPr>
        <p:sp>
          <p:nvSpPr>
            <p:cNvPr id="704" name="Google Shape;704;p19"/>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9"/>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9"/>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9"/>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9"/>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9"/>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9"/>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9"/>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9"/>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9"/>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9"/>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9"/>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9"/>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9"/>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9"/>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9"/>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9"/>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9"/>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9"/>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9"/>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9"/>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9"/>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9"/>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9"/>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9"/>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9"/>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9"/>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9"/>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9"/>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9"/>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9"/>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9"/>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9"/>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9"/>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9"/>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9"/>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1">
  <p:cSld name="MAIN_POINT_1">
    <p:spTree>
      <p:nvGrpSpPr>
        <p:cNvPr id="1" name="Shape 744"/>
        <p:cNvGrpSpPr/>
        <p:nvPr/>
      </p:nvGrpSpPr>
      <p:grpSpPr>
        <a:xfrm>
          <a:off x="0" y="0"/>
          <a:ext cx="0" cy="0"/>
          <a:chOff x="0" y="0"/>
          <a:chExt cx="0" cy="0"/>
        </a:xfrm>
      </p:grpSpPr>
      <p:sp>
        <p:nvSpPr>
          <p:cNvPr id="745" name="Google Shape;745;p20"/>
          <p:cNvSpPr txBox="1">
            <a:spLocks noGrp="1"/>
          </p:cNvSpPr>
          <p:nvPr>
            <p:ph type="title"/>
          </p:nvPr>
        </p:nvSpPr>
        <p:spPr>
          <a:xfrm>
            <a:off x="3576150" y="1906435"/>
            <a:ext cx="5405100" cy="2024700"/>
          </a:xfrm>
          <a:prstGeom prst="rect">
            <a:avLst/>
          </a:prstGeom>
        </p:spPr>
        <p:txBody>
          <a:bodyPr spcFirstLastPara="1" wrap="square" lIns="91425" tIns="91425" rIns="91425" bIns="91425" anchor="ctr" anchorCtr="0">
            <a:noAutofit/>
          </a:bodyPr>
          <a:lstStyle>
            <a:lvl1pPr lvl="0" rtl="0">
              <a:spcBef>
                <a:spcPts val="0"/>
              </a:spcBef>
              <a:spcAft>
                <a:spcPts val="0"/>
              </a:spcAft>
              <a:buSzPts val="72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grpSp>
        <p:nvGrpSpPr>
          <p:cNvPr id="746" name="Google Shape;746;p20"/>
          <p:cNvGrpSpPr/>
          <p:nvPr/>
        </p:nvGrpSpPr>
        <p:grpSpPr>
          <a:xfrm>
            <a:off x="-26847" y="-280618"/>
            <a:ext cx="2865062" cy="3613974"/>
            <a:chOff x="-26858" y="-227337"/>
            <a:chExt cx="2186403" cy="2757917"/>
          </a:xfrm>
        </p:grpSpPr>
        <p:sp>
          <p:nvSpPr>
            <p:cNvPr id="747" name="Google Shape;747;p20"/>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0"/>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0"/>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0"/>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0"/>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0"/>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0"/>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0"/>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0"/>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0"/>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0"/>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0"/>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0"/>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0"/>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0"/>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0"/>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0"/>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0"/>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0"/>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0"/>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0"/>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0"/>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0"/>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0"/>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0"/>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0"/>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0"/>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0"/>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0"/>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0"/>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0"/>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0"/>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0"/>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0"/>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0"/>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0"/>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52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7" name="Google Shape;787;p20"/>
          <p:cNvGrpSpPr/>
          <p:nvPr/>
        </p:nvGrpSpPr>
        <p:grpSpPr>
          <a:xfrm rot="5400000" flipH="1">
            <a:off x="7613820" y="3611830"/>
            <a:ext cx="877851" cy="2209091"/>
            <a:chOff x="-26858" y="-227337"/>
            <a:chExt cx="1093215" cy="2757917"/>
          </a:xfrm>
        </p:grpSpPr>
        <p:sp>
          <p:nvSpPr>
            <p:cNvPr id="788" name="Google Shape;788;p20"/>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0"/>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0"/>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0"/>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0"/>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0"/>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0"/>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0"/>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0"/>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0"/>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0"/>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0"/>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0"/>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0"/>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0"/>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0"/>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0"/>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0"/>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1">
  <p:cSld name="BIG_NUMBER_2">
    <p:spTree>
      <p:nvGrpSpPr>
        <p:cNvPr id="1" name="Shape 810"/>
        <p:cNvGrpSpPr/>
        <p:nvPr/>
      </p:nvGrpSpPr>
      <p:grpSpPr>
        <a:xfrm>
          <a:off x="0" y="0"/>
          <a:ext cx="0" cy="0"/>
          <a:chOff x="0" y="0"/>
          <a:chExt cx="0" cy="0"/>
        </a:xfrm>
      </p:grpSpPr>
      <p:sp>
        <p:nvSpPr>
          <p:cNvPr id="811" name="Google Shape;811;p21"/>
          <p:cNvSpPr txBox="1">
            <a:spLocks noGrp="1"/>
          </p:cNvSpPr>
          <p:nvPr>
            <p:ph type="title" hasCustomPrompt="1"/>
          </p:nvPr>
        </p:nvSpPr>
        <p:spPr>
          <a:xfrm>
            <a:off x="3126225" y="1370175"/>
            <a:ext cx="2891400" cy="1840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12" name="Google Shape;812;p21"/>
          <p:cNvSpPr txBox="1">
            <a:spLocks noGrp="1"/>
          </p:cNvSpPr>
          <p:nvPr>
            <p:ph type="subTitle" idx="1"/>
          </p:nvPr>
        </p:nvSpPr>
        <p:spPr>
          <a:xfrm>
            <a:off x="2033525" y="3073100"/>
            <a:ext cx="5076900" cy="322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813" name="Google Shape;813;p21"/>
          <p:cNvSpPr/>
          <p:nvPr/>
        </p:nvSpPr>
        <p:spPr>
          <a:xfrm rot="-5400000" flipH="1">
            <a:off x="3915139" y="-129225"/>
            <a:ext cx="1313715" cy="1522366"/>
          </a:xfrm>
          <a:custGeom>
            <a:avLst/>
            <a:gdLst/>
            <a:ahLst/>
            <a:cxnLst/>
            <a:rect l="l" t="t" r="r" b="b"/>
            <a:pathLst>
              <a:path w="27521" h="31857" extrusionOk="0">
                <a:moveTo>
                  <a:pt x="1" y="0"/>
                </a:moveTo>
                <a:lnTo>
                  <a:pt x="1" y="31857"/>
                </a:lnTo>
                <a:lnTo>
                  <a:pt x="27520" y="15845"/>
                </a:lnTo>
                <a:lnTo>
                  <a:pt x="1"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1"/>
          <p:cNvSpPr/>
          <p:nvPr/>
        </p:nvSpPr>
        <p:spPr>
          <a:xfrm rot="5400000" flipH="1">
            <a:off x="3915139" y="3746750"/>
            <a:ext cx="1313715" cy="1522366"/>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1"/>
          <p:cNvSpPr/>
          <p:nvPr/>
        </p:nvSpPr>
        <p:spPr>
          <a:xfrm rot="-5400000">
            <a:off x="4846692" y="771370"/>
            <a:ext cx="301768" cy="350541"/>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1"/>
          <p:cNvSpPr/>
          <p:nvPr/>
        </p:nvSpPr>
        <p:spPr>
          <a:xfrm rot="5400000">
            <a:off x="3995542" y="4059545"/>
            <a:ext cx="301768" cy="350541"/>
          </a:xfrm>
          <a:custGeom>
            <a:avLst/>
            <a:gdLst/>
            <a:ahLst/>
            <a:cxnLst/>
            <a:rect l="l" t="t" r="r" b="b"/>
            <a:pathLst>
              <a:path w="27521" h="31824" extrusionOk="0">
                <a:moveTo>
                  <a:pt x="1" y="1"/>
                </a:moveTo>
                <a:lnTo>
                  <a:pt x="1" y="31823"/>
                </a:lnTo>
                <a:lnTo>
                  <a:pt x="27520" y="15979"/>
                </a:lnTo>
                <a:lnTo>
                  <a:pt x="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2">
  <p:cSld name="BIG_NUMBER_3_1">
    <p:spTree>
      <p:nvGrpSpPr>
        <p:cNvPr id="1" name="Shape 817"/>
        <p:cNvGrpSpPr/>
        <p:nvPr/>
      </p:nvGrpSpPr>
      <p:grpSpPr>
        <a:xfrm>
          <a:off x="0" y="0"/>
          <a:ext cx="0" cy="0"/>
          <a:chOff x="0" y="0"/>
          <a:chExt cx="0" cy="0"/>
        </a:xfrm>
      </p:grpSpPr>
      <p:sp>
        <p:nvSpPr>
          <p:cNvPr id="818" name="Google Shape;818;p22"/>
          <p:cNvSpPr txBox="1">
            <a:spLocks noGrp="1"/>
          </p:cNvSpPr>
          <p:nvPr>
            <p:ph type="title" hasCustomPrompt="1"/>
          </p:nvPr>
        </p:nvSpPr>
        <p:spPr>
          <a:xfrm>
            <a:off x="3350875" y="1756725"/>
            <a:ext cx="2442300" cy="91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720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19" name="Google Shape;819;p22"/>
          <p:cNvSpPr txBox="1">
            <a:spLocks noGrp="1"/>
          </p:cNvSpPr>
          <p:nvPr>
            <p:ph type="subTitle" idx="1"/>
          </p:nvPr>
        </p:nvSpPr>
        <p:spPr>
          <a:xfrm>
            <a:off x="3350825" y="2600900"/>
            <a:ext cx="2442300" cy="58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820" name="Google Shape;820;p22"/>
          <p:cNvGrpSpPr/>
          <p:nvPr/>
        </p:nvGrpSpPr>
        <p:grpSpPr>
          <a:xfrm rot="-5400000" flipH="1">
            <a:off x="286059" y="-312722"/>
            <a:ext cx="1209907" cy="1782035"/>
            <a:chOff x="700771" y="-227337"/>
            <a:chExt cx="1458774" cy="2138784"/>
          </a:xfrm>
        </p:grpSpPr>
        <p:sp>
          <p:nvSpPr>
            <p:cNvPr id="821" name="Google Shape;821;p22"/>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2"/>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2"/>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2"/>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2"/>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2"/>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2"/>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2"/>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2"/>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2"/>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2"/>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2"/>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2"/>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2"/>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2"/>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2"/>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2"/>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2"/>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2"/>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0" name="Google Shape;840;p22"/>
          <p:cNvGrpSpPr/>
          <p:nvPr/>
        </p:nvGrpSpPr>
        <p:grpSpPr>
          <a:xfrm rot="5400000" flipH="1">
            <a:off x="7613820" y="3611830"/>
            <a:ext cx="877851" cy="2209091"/>
            <a:chOff x="-26858" y="-227337"/>
            <a:chExt cx="1093215" cy="2757917"/>
          </a:xfrm>
        </p:grpSpPr>
        <p:sp>
          <p:nvSpPr>
            <p:cNvPr id="841" name="Google Shape;841;p22"/>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2"/>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2"/>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2"/>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2"/>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2"/>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2"/>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2"/>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2"/>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2"/>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2"/>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2"/>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2"/>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2"/>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2"/>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2"/>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2"/>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2"/>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2"/>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2"/>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2"/>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2"/>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Numbers and text">
  <p:cSld name="BIG_NUMBER_1">
    <p:spTree>
      <p:nvGrpSpPr>
        <p:cNvPr id="1" name="Shape 863"/>
        <p:cNvGrpSpPr/>
        <p:nvPr/>
      </p:nvGrpSpPr>
      <p:grpSpPr>
        <a:xfrm>
          <a:off x="0" y="0"/>
          <a:ext cx="0" cy="0"/>
          <a:chOff x="0" y="0"/>
          <a:chExt cx="0" cy="0"/>
        </a:xfrm>
      </p:grpSpPr>
      <p:sp>
        <p:nvSpPr>
          <p:cNvPr id="864" name="Google Shape;864;p23"/>
          <p:cNvSpPr txBox="1">
            <a:spLocks noGrp="1"/>
          </p:cNvSpPr>
          <p:nvPr>
            <p:ph type="title" hasCustomPrompt="1"/>
          </p:nvPr>
        </p:nvSpPr>
        <p:spPr>
          <a:xfrm>
            <a:off x="2345175" y="2091050"/>
            <a:ext cx="4453800" cy="91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600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65" name="Google Shape;865;p23"/>
          <p:cNvSpPr txBox="1">
            <a:spLocks noGrp="1"/>
          </p:cNvSpPr>
          <p:nvPr>
            <p:ph type="subTitle" idx="1"/>
          </p:nvPr>
        </p:nvSpPr>
        <p:spPr>
          <a:xfrm>
            <a:off x="2345175" y="2782825"/>
            <a:ext cx="4453500" cy="274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866" name="Google Shape;866;p23"/>
          <p:cNvSpPr txBox="1">
            <a:spLocks noGrp="1"/>
          </p:cNvSpPr>
          <p:nvPr>
            <p:ph type="title" idx="2" hasCustomPrompt="1"/>
          </p:nvPr>
        </p:nvSpPr>
        <p:spPr>
          <a:xfrm>
            <a:off x="2345175" y="3642600"/>
            <a:ext cx="4453800" cy="91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6000">
                <a:solidFill>
                  <a:schemeClr val="accent5"/>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67" name="Google Shape;867;p23"/>
          <p:cNvSpPr txBox="1">
            <a:spLocks noGrp="1"/>
          </p:cNvSpPr>
          <p:nvPr>
            <p:ph type="subTitle" idx="3"/>
          </p:nvPr>
        </p:nvSpPr>
        <p:spPr>
          <a:xfrm>
            <a:off x="2345175" y="4334375"/>
            <a:ext cx="4453500" cy="274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868" name="Google Shape;868;p23"/>
          <p:cNvSpPr txBox="1">
            <a:spLocks noGrp="1"/>
          </p:cNvSpPr>
          <p:nvPr>
            <p:ph type="title" idx="4" hasCustomPrompt="1"/>
          </p:nvPr>
        </p:nvSpPr>
        <p:spPr>
          <a:xfrm>
            <a:off x="2345175" y="539500"/>
            <a:ext cx="4453800" cy="91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6000">
                <a:solidFill>
                  <a:schemeClr val="accent4"/>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69" name="Google Shape;869;p23"/>
          <p:cNvSpPr txBox="1">
            <a:spLocks noGrp="1"/>
          </p:cNvSpPr>
          <p:nvPr>
            <p:ph type="subTitle" idx="5"/>
          </p:nvPr>
        </p:nvSpPr>
        <p:spPr>
          <a:xfrm>
            <a:off x="2345175" y="1231275"/>
            <a:ext cx="4453500" cy="274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870" name="Google Shape;870;p23"/>
          <p:cNvGrpSpPr/>
          <p:nvPr/>
        </p:nvGrpSpPr>
        <p:grpSpPr>
          <a:xfrm rot="-5400000">
            <a:off x="286059" y="3717553"/>
            <a:ext cx="1209907" cy="1782035"/>
            <a:chOff x="700771" y="-227337"/>
            <a:chExt cx="1458774" cy="2138784"/>
          </a:xfrm>
        </p:grpSpPr>
        <p:sp>
          <p:nvSpPr>
            <p:cNvPr id="871" name="Google Shape;871;p23"/>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3"/>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3"/>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3"/>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3"/>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3"/>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3"/>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3"/>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3"/>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3"/>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3"/>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3"/>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3"/>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3"/>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3"/>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3"/>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3"/>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3"/>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3"/>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23"/>
          <p:cNvGrpSpPr/>
          <p:nvPr/>
        </p:nvGrpSpPr>
        <p:grpSpPr>
          <a:xfrm rot="5400000">
            <a:off x="7613820" y="-665620"/>
            <a:ext cx="877851" cy="2209091"/>
            <a:chOff x="-26858" y="-227337"/>
            <a:chExt cx="1093215" cy="2757917"/>
          </a:xfrm>
        </p:grpSpPr>
        <p:sp>
          <p:nvSpPr>
            <p:cNvPr id="891" name="Google Shape;891;p23"/>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3"/>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3"/>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3"/>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3"/>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3"/>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3"/>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3"/>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3"/>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3"/>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3"/>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3"/>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3"/>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3"/>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3"/>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3"/>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3"/>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3"/>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umbers and text 1">
  <p:cSld name="BIG_NUMBER_3_2">
    <p:spTree>
      <p:nvGrpSpPr>
        <p:cNvPr id="1" name="Shape 913"/>
        <p:cNvGrpSpPr/>
        <p:nvPr/>
      </p:nvGrpSpPr>
      <p:grpSpPr>
        <a:xfrm>
          <a:off x="0" y="0"/>
          <a:ext cx="0" cy="0"/>
          <a:chOff x="0" y="0"/>
          <a:chExt cx="0" cy="0"/>
        </a:xfrm>
      </p:grpSpPr>
      <p:sp>
        <p:nvSpPr>
          <p:cNvPr id="914" name="Google Shape;914;p24"/>
          <p:cNvSpPr txBox="1">
            <a:spLocks noGrp="1"/>
          </p:cNvSpPr>
          <p:nvPr>
            <p:ph type="title" hasCustomPrompt="1"/>
          </p:nvPr>
        </p:nvSpPr>
        <p:spPr>
          <a:xfrm>
            <a:off x="3350875" y="1857825"/>
            <a:ext cx="2442300" cy="912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72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15" name="Google Shape;915;p24"/>
          <p:cNvSpPr txBox="1">
            <a:spLocks noGrp="1"/>
          </p:cNvSpPr>
          <p:nvPr>
            <p:ph type="subTitle" idx="1"/>
          </p:nvPr>
        </p:nvSpPr>
        <p:spPr>
          <a:xfrm>
            <a:off x="3350825" y="2702000"/>
            <a:ext cx="2442300" cy="58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16" name="Google Shape;916;p24"/>
          <p:cNvSpPr txBox="1">
            <a:spLocks noGrp="1"/>
          </p:cNvSpPr>
          <p:nvPr>
            <p:ph type="title" idx="2" hasCustomPrompt="1"/>
          </p:nvPr>
        </p:nvSpPr>
        <p:spPr>
          <a:xfrm>
            <a:off x="846400" y="2818825"/>
            <a:ext cx="1416000" cy="73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48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17" name="Google Shape;917;p24"/>
          <p:cNvSpPr txBox="1">
            <a:spLocks noGrp="1"/>
          </p:cNvSpPr>
          <p:nvPr>
            <p:ph type="subTitle" idx="3"/>
          </p:nvPr>
        </p:nvSpPr>
        <p:spPr>
          <a:xfrm>
            <a:off x="846400" y="3364175"/>
            <a:ext cx="1416300" cy="58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18" name="Google Shape;918;p24"/>
          <p:cNvSpPr txBox="1">
            <a:spLocks noGrp="1"/>
          </p:cNvSpPr>
          <p:nvPr>
            <p:ph type="title" idx="4" hasCustomPrompt="1"/>
          </p:nvPr>
        </p:nvSpPr>
        <p:spPr>
          <a:xfrm>
            <a:off x="6878425" y="1110850"/>
            <a:ext cx="1417200" cy="73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19" name="Google Shape;919;p24"/>
          <p:cNvSpPr txBox="1">
            <a:spLocks noGrp="1"/>
          </p:cNvSpPr>
          <p:nvPr>
            <p:ph type="subTitle" idx="5"/>
          </p:nvPr>
        </p:nvSpPr>
        <p:spPr>
          <a:xfrm>
            <a:off x="6878428" y="1646460"/>
            <a:ext cx="1417200" cy="585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920" name="Google Shape;920;p24"/>
          <p:cNvGrpSpPr/>
          <p:nvPr/>
        </p:nvGrpSpPr>
        <p:grpSpPr>
          <a:xfrm rot="5400000" flipH="1">
            <a:off x="7613820" y="3611830"/>
            <a:ext cx="877851" cy="2209091"/>
            <a:chOff x="-26858" y="-227337"/>
            <a:chExt cx="1093215" cy="2757917"/>
          </a:xfrm>
        </p:grpSpPr>
        <p:sp>
          <p:nvSpPr>
            <p:cNvPr id="921" name="Google Shape;921;p24"/>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4"/>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4"/>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4"/>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4"/>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4"/>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4"/>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4"/>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4"/>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4"/>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4"/>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4"/>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4"/>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4"/>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4"/>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24"/>
          <p:cNvGrpSpPr/>
          <p:nvPr/>
        </p:nvGrpSpPr>
        <p:grpSpPr>
          <a:xfrm rot="-5400000" flipH="1">
            <a:off x="286059" y="-312722"/>
            <a:ext cx="1209907" cy="1782035"/>
            <a:chOff x="700771" y="-227337"/>
            <a:chExt cx="1458774" cy="2138784"/>
          </a:xfrm>
        </p:grpSpPr>
        <p:sp>
          <p:nvSpPr>
            <p:cNvPr id="944" name="Google Shape;944;p24"/>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4"/>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4"/>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4"/>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4"/>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4"/>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4"/>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4"/>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4"/>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4"/>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4"/>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4"/>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4"/>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4"/>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4"/>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4"/>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4"/>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4"/>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4"/>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Numbers and text 2">
  <p:cSld name="BIG_NUMBER_1_1">
    <p:spTree>
      <p:nvGrpSpPr>
        <p:cNvPr id="1" name="Shape 963"/>
        <p:cNvGrpSpPr/>
        <p:nvPr/>
      </p:nvGrpSpPr>
      <p:grpSpPr>
        <a:xfrm>
          <a:off x="0" y="0"/>
          <a:ext cx="0" cy="0"/>
          <a:chOff x="0" y="0"/>
          <a:chExt cx="0" cy="0"/>
        </a:xfrm>
      </p:grpSpPr>
      <p:sp>
        <p:nvSpPr>
          <p:cNvPr id="964" name="Google Shape;964;p25"/>
          <p:cNvSpPr txBox="1">
            <a:spLocks noGrp="1"/>
          </p:cNvSpPr>
          <p:nvPr>
            <p:ph type="title" hasCustomPrompt="1"/>
          </p:nvPr>
        </p:nvSpPr>
        <p:spPr>
          <a:xfrm>
            <a:off x="713225" y="2947500"/>
            <a:ext cx="3858300" cy="912900"/>
          </a:xfrm>
          <a:prstGeom prst="rect">
            <a:avLst/>
          </a:prstGeom>
        </p:spPr>
        <p:txBody>
          <a:bodyPr spcFirstLastPara="1" wrap="square" lIns="91425" tIns="91425" rIns="91425" bIns="91425" anchor="b" anchorCtr="0">
            <a:noAutofit/>
          </a:bodyPr>
          <a:lstStyle>
            <a:lvl1pPr lvl="0" rtl="0">
              <a:spcBef>
                <a:spcPts val="0"/>
              </a:spcBef>
              <a:spcAft>
                <a:spcPts val="0"/>
              </a:spcAft>
              <a:buSzPts val="12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65" name="Google Shape;965;p25"/>
          <p:cNvSpPr txBox="1">
            <a:spLocks noGrp="1"/>
          </p:cNvSpPr>
          <p:nvPr>
            <p:ph type="subTitle" idx="1"/>
          </p:nvPr>
        </p:nvSpPr>
        <p:spPr>
          <a:xfrm>
            <a:off x="713225" y="3712464"/>
            <a:ext cx="3858000" cy="27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66" name="Google Shape;966;p25"/>
          <p:cNvSpPr txBox="1">
            <a:spLocks noGrp="1"/>
          </p:cNvSpPr>
          <p:nvPr>
            <p:ph type="title" idx="2" hasCustomPrompt="1"/>
          </p:nvPr>
        </p:nvSpPr>
        <p:spPr>
          <a:xfrm>
            <a:off x="4572175" y="1389175"/>
            <a:ext cx="3858600" cy="912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0"/>
              <a:buNone/>
              <a:defRPr sz="6000"/>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967" name="Google Shape;967;p25"/>
          <p:cNvSpPr txBox="1">
            <a:spLocks noGrp="1"/>
          </p:cNvSpPr>
          <p:nvPr>
            <p:ph type="subTitle" idx="3"/>
          </p:nvPr>
        </p:nvSpPr>
        <p:spPr>
          <a:xfrm>
            <a:off x="4572000" y="2157175"/>
            <a:ext cx="3858600" cy="274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r" rtl="0">
              <a:spcBef>
                <a:spcPts val="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968" name="Google Shape;968;p25"/>
          <p:cNvSpPr txBox="1">
            <a:spLocks noGrp="1"/>
          </p:cNvSpPr>
          <p:nvPr>
            <p:ph type="title" idx="4" hasCustomPrompt="1"/>
          </p:nvPr>
        </p:nvSpPr>
        <p:spPr>
          <a:xfrm>
            <a:off x="713225" y="1389200"/>
            <a:ext cx="3858600" cy="912900"/>
          </a:xfrm>
          <a:prstGeom prst="rect">
            <a:avLst/>
          </a:prstGeom>
        </p:spPr>
        <p:txBody>
          <a:bodyPr spcFirstLastPara="1" wrap="square" lIns="91425" tIns="91425" rIns="91425" bIns="91425" anchor="b" anchorCtr="0">
            <a:noAutofit/>
          </a:bodyPr>
          <a:lstStyle>
            <a:lvl1pPr lvl="0" rtl="0">
              <a:spcBef>
                <a:spcPts val="0"/>
              </a:spcBef>
              <a:spcAft>
                <a:spcPts val="0"/>
              </a:spcAft>
              <a:buSzPts val="12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69" name="Google Shape;969;p25"/>
          <p:cNvSpPr txBox="1">
            <a:spLocks noGrp="1"/>
          </p:cNvSpPr>
          <p:nvPr>
            <p:ph type="subTitle" idx="5"/>
          </p:nvPr>
        </p:nvSpPr>
        <p:spPr>
          <a:xfrm>
            <a:off x="713225" y="2157175"/>
            <a:ext cx="3858300" cy="27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70" name="Google Shape;970;p25"/>
          <p:cNvSpPr txBox="1">
            <a:spLocks noGrp="1"/>
          </p:cNvSpPr>
          <p:nvPr>
            <p:ph type="title" idx="6" hasCustomPrompt="1"/>
          </p:nvPr>
        </p:nvSpPr>
        <p:spPr>
          <a:xfrm>
            <a:off x="4572175" y="2945200"/>
            <a:ext cx="3858600" cy="912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0"/>
              <a:buNone/>
              <a:defRPr sz="6000"/>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971" name="Google Shape;971;p25"/>
          <p:cNvSpPr txBox="1">
            <a:spLocks noGrp="1"/>
          </p:cNvSpPr>
          <p:nvPr>
            <p:ph type="subTitle" idx="7"/>
          </p:nvPr>
        </p:nvSpPr>
        <p:spPr>
          <a:xfrm>
            <a:off x="4572175" y="3713200"/>
            <a:ext cx="3858300" cy="274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r" rtl="0">
              <a:spcBef>
                <a:spcPts val="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grpSp>
        <p:nvGrpSpPr>
          <p:cNvPr id="972" name="Google Shape;972;p25"/>
          <p:cNvGrpSpPr/>
          <p:nvPr/>
        </p:nvGrpSpPr>
        <p:grpSpPr>
          <a:xfrm rot="5400000" flipH="1">
            <a:off x="7613820" y="3611830"/>
            <a:ext cx="877851" cy="2209091"/>
            <a:chOff x="-26858" y="-227337"/>
            <a:chExt cx="1093215" cy="2757917"/>
          </a:xfrm>
        </p:grpSpPr>
        <p:sp>
          <p:nvSpPr>
            <p:cNvPr id="973" name="Google Shape;973;p25"/>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5"/>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5"/>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5"/>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5"/>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5"/>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5"/>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5"/>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5"/>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5"/>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5"/>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5"/>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5"/>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5"/>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5"/>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5"/>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5"/>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5"/>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995"/>
        <p:cNvGrpSpPr/>
        <p:nvPr/>
      </p:nvGrpSpPr>
      <p:grpSpPr>
        <a:xfrm>
          <a:off x="0" y="0"/>
          <a:ext cx="0" cy="0"/>
          <a:chOff x="0" y="0"/>
          <a:chExt cx="0" cy="0"/>
        </a:xfrm>
      </p:grpSpPr>
      <p:sp>
        <p:nvSpPr>
          <p:cNvPr id="996" name="Google Shape;996;p26"/>
          <p:cNvSpPr txBox="1">
            <a:spLocks noGrp="1"/>
          </p:cNvSpPr>
          <p:nvPr>
            <p:ph type="title"/>
          </p:nvPr>
        </p:nvSpPr>
        <p:spPr>
          <a:xfrm flipH="1">
            <a:off x="1342550" y="1770450"/>
            <a:ext cx="2944500" cy="617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97" name="Google Shape;997;p26"/>
          <p:cNvSpPr txBox="1">
            <a:spLocks noGrp="1"/>
          </p:cNvSpPr>
          <p:nvPr>
            <p:ph type="subTitle" idx="1"/>
          </p:nvPr>
        </p:nvSpPr>
        <p:spPr>
          <a:xfrm flipH="1">
            <a:off x="1342550" y="2387550"/>
            <a:ext cx="2944500" cy="98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998" name="Google Shape;998;p26"/>
          <p:cNvGrpSpPr/>
          <p:nvPr/>
        </p:nvGrpSpPr>
        <p:grpSpPr>
          <a:xfrm rot="5400000">
            <a:off x="7613820" y="-665620"/>
            <a:ext cx="877851" cy="2209091"/>
            <a:chOff x="-26858" y="-227337"/>
            <a:chExt cx="1093215" cy="2757917"/>
          </a:xfrm>
        </p:grpSpPr>
        <p:sp>
          <p:nvSpPr>
            <p:cNvPr id="999" name="Google Shape;999;p26"/>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6"/>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6"/>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6"/>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6"/>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6"/>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6"/>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6"/>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6"/>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6"/>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6"/>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6"/>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6"/>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6"/>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6"/>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6"/>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6"/>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6"/>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1">
  <p:cSld name="ONE_COLUMN_TEXT_2">
    <p:spTree>
      <p:nvGrpSpPr>
        <p:cNvPr id="1" name="Shape 1021"/>
        <p:cNvGrpSpPr/>
        <p:nvPr/>
      </p:nvGrpSpPr>
      <p:grpSpPr>
        <a:xfrm>
          <a:off x="0" y="0"/>
          <a:ext cx="0" cy="0"/>
          <a:chOff x="0" y="0"/>
          <a:chExt cx="0" cy="0"/>
        </a:xfrm>
      </p:grpSpPr>
      <p:sp>
        <p:nvSpPr>
          <p:cNvPr id="1022" name="Google Shape;1022;p27"/>
          <p:cNvSpPr txBox="1">
            <a:spLocks noGrp="1"/>
          </p:cNvSpPr>
          <p:nvPr>
            <p:ph type="title"/>
          </p:nvPr>
        </p:nvSpPr>
        <p:spPr>
          <a:xfrm flipH="1">
            <a:off x="1859026" y="1441125"/>
            <a:ext cx="2944500" cy="986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None/>
              <a:defRPr/>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023" name="Google Shape;1023;p27"/>
          <p:cNvSpPr txBox="1">
            <a:spLocks noGrp="1"/>
          </p:cNvSpPr>
          <p:nvPr>
            <p:ph type="subTitle" idx="1"/>
          </p:nvPr>
        </p:nvSpPr>
        <p:spPr>
          <a:xfrm flipH="1">
            <a:off x="1859026" y="2577675"/>
            <a:ext cx="2944500" cy="1124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r" rtl="0">
              <a:spcBef>
                <a:spcPts val="160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cxnSp>
        <p:nvCxnSpPr>
          <p:cNvPr id="1024" name="Google Shape;1024;p27"/>
          <p:cNvCxnSpPr/>
          <p:nvPr/>
        </p:nvCxnSpPr>
        <p:spPr>
          <a:xfrm rot="10800000">
            <a:off x="125" y="2502600"/>
            <a:ext cx="4867800" cy="0"/>
          </a:xfrm>
          <a:prstGeom prst="straightConnector1">
            <a:avLst/>
          </a:prstGeom>
          <a:noFill/>
          <a:ln w="28575" cap="flat" cmpd="sng">
            <a:solidFill>
              <a:schemeClr val="accent4"/>
            </a:solidFill>
            <a:prstDash val="solid"/>
            <a:round/>
            <a:headEnd type="none" w="med" len="med"/>
            <a:tailEnd type="none" w="med" len="med"/>
          </a:ln>
        </p:spPr>
      </p:cxnSp>
      <p:grpSp>
        <p:nvGrpSpPr>
          <p:cNvPr id="1025" name="Google Shape;1025;p27"/>
          <p:cNvGrpSpPr/>
          <p:nvPr/>
        </p:nvGrpSpPr>
        <p:grpSpPr>
          <a:xfrm rot="-5400000">
            <a:off x="665615" y="3611830"/>
            <a:ext cx="877851" cy="2209091"/>
            <a:chOff x="-26858" y="-227337"/>
            <a:chExt cx="1093215" cy="2757917"/>
          </a:xfrm>
        </p:grpSpPr>
        <p:sp>
          <p:nvSpPr>
            <p:cNvPr id="1026" name="Google Shape;1026;p27"/>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7"/>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7"/>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7"/>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7"/>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7"/>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7"/>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7"/>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7"/>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7"/>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7"/>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7"/>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7"/>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7"/>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7"/>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7"/>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7"/>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7"/>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aption 1">
  <p:cSld name="CAPTION_ONLY_1">
    <p:spTree>
      <p:nvGrpSpPr>
        <p:cNvPr id="1" name="Shape 1048"/>
        <p:cNvGrpSpPr/>
        <p:nvPr/>
      </p:nvGrpSpPr>
      <p:grpSpPr>
        <a:xfrm>
          <a:off x="0" y="0"/>
          <a:ext cx="0" cy="0"/>
          <a:chOff x="0" y="0"/>
          <a:chExt cx="0" cy="0"/>
        </a:xfrm>
      </p:grpSpPr>
      <p:sp>
        <p:nvSpPr>
          <p:cNvPr id="1049" name="Google Shape;1049;p28"/>
          <p:cNvSpPr txBox="1">
            <a:spLocks noGrp="1"/>
          </p:cNvSpPr>
          <p:nvPr>
            <p:ph type="title"/>
          </p:nvPr>
        </p:nvSpPr>
        <p:spPr>
          <a:xfrm>
            <a:off x="713225" y="3236075"/>
            <a:ext cx="3576000" cy="13725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accent1"/>
              </a:buClr>
              <a:buSzPts val="3000"/>
              <a:buNone/>
              <a:defRPr sz="3600">
                <a:solidFill>
                  <a:schemeClr val="accent1"/>
                </a:solidFill>
              </a:defRPr>
            </a:lvl1pPr>
            <a:lvl2pPr lvl="1" algn="ctr" rtl="0">
              <a:spcBef>
                <a:spcPts val="0"/>
              </a:spcBef>
              <a:spcAft>
                <a:spcPts val="0"/>
              </a:spcAft>
              <a:buSzPts val="4300"/>
              <a:buNone/>
              <a:defRPr sz="4300"/>
            </a:lvl2pPr>
            <a:lvl3pPr lvl="2" algn="ctr" rtl="0">
              <a:spcBef>
                <a:spcPts val="0"/>
              </a:spcBef>
              <a:spcAft>
                <a:spcPts val="0"/>
              </a:spcAft>
              <a:buSzPts val="4300"/>
              <a:buNone/>
              <a:defRPr sz="4300"/>
            </a:lvl3pPr>
            <a:lvl4pPr lvl="3" algn="ctr" rtl="0">
              <a:spcBef>
                <a:spcPts val="0"/>
              </a:spcBef>
              <a:spcAft>
                <a:spcPts val="0"/>
              </a:spcAft>
              <a:buSzPts val="4300"/>
              <a:buNone/>
              <a:defRPr sz="4300"/>
            </a:lvl4pPr>
            <a:lvl5pPr lvl="4" algn="ctr" rtl="0">
              <a:spcBef>
                <a:spcPts val="0"/>
              </a:spcBef>
              <a:spcAft>
                <a:spcPts val="0"/>
              </a:spcAft>
              <a:buSzPts val="4300"/>
              <a:buNone/>
              <a:defRPr sz="4300"/>
            </a:lvl5pPr>
            <a:lvl6pPr lvl="5" algn="ctr" rtl="0">
              <a:spcBef>
                <a:spcPts val="0"/>
              </a:spcBef>
              <a:spcAft>
                <a:spcPts val="0"/>
              </a:spcAft>
              <a:buSzPts val="4300"/>
              <a:buNone/>
              <a:defRPr sz="4300"/>
            </a:lvl6pPr>
            <a:lvl7pPr lvl="6" algn="ctr" rtl="0">
              <a:spcBef>
                <a:spcPts val="0"/>
              </a:spcBef>
              <a:spcAft>
                <a:spcPts val="0"/>
              </a:spcAft>
              <a:buSzPts val="4300"/>
              <a:buNone/>
              <a:defRPr sz="4300"/>
            </a:lvl7pPr>
            <a:lvl8pPr lvl="7" algn="ctr" rtl="0">
              <a:spcBef>
                <a:spcPts val="0"/>
              </a:spcBef>
              <a:spcAft>
                <a:spcPts val="0"/>
              </a:spcAft>
              <a:buSzPts val="4300"/>
              <a:buNone/>
              <a:defRPr sz="4300"/>
            </a:lvl8pPr>
            <a:lvl9pPr lvl="8" algn="ctr" rtl="0">
              <a:spcBef>
                <a:spcPts val="0"/>
              </a:spcBef>
              <a:spcAft>
                <a:spcPts val="0"/>
              </a:spcAft>
              <a:buSzPts val="4300"/>
              <a:buNone/>
              <a:defRPr sz="4300"/>
            </a:lvl9pPr>
          </a:lstStyle>
          <a:p>
            <a:endParaRPr/>
          </a:p>
        </p:txBody>
      </p:sp>
      <p:grpSp>
        <p:nvGrpSpPr>
          <p:cNvPr id="1050" name="Google Shape;1050;p28"/>
          <p:cNvGrpSpPr/>
          <p:nvPr/>
        </p:nvGrpSpPr>
        <p:grpSpPr>
          <a:xfrm rot="5400000" flipH="1">
            <a:off x="7613820" y="3611830"/>
            <a:ext cx="877851" cy="2209091"/>
            <a:chOff x="-26858" y="-227337"/>
            <a:chExt cx="1093215" cy="2757917"/>
          </a:xfrm>
        </p:grpSpPr>
        <p:sp>
          <p:nvSpPr>
            <p:cNvPr id="1051" name="Google Shape;1051;p28"/>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8"/>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8"/>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8"/>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8"/>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8"/>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8"/>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8"/>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8"/>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8"/>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8"/>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8"/>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8"/>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8"/>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8"/>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8"/>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8"/>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8"/>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3" name="Google Shape;1073;p28"/>
          <p:cNvGrpSpPr/>
          <p:nvPr/>
        </p:nvGrpSpPr>
        <p:grpSpPr>
          <a:xfrm>
            <a:off x="-76200" y="-76200"/>
            <a:ext cx="2286103" cy="2895537"/>
            <a:chOff x="-26858" y="-227337"/>
            <a:chExt cx="2186403" cy="2757917"/>
          </a:xfrm>
        </p:grpSpPr>
        <p:sp>
          <p:nvSpPr>
            <p:cNvPr id="1074" name="Google Shape;1074;p28"/>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8"/>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8"/>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8"/>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8"/>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8"/>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8"/>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8"/>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8"/>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8"/>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8"/>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8"/>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8"/>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8"/>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8"/>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8"/>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8"/>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8"/>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8"/>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8"/>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8"/>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8"/>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8"/>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8"/>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8"/>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8"/>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8"/>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8"/>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8"/>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8"/>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8"/>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8"/>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8"/>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8"/>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8"/>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8"/>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2">
  <p:cSld name="TITLE_AND_BODY_2">
    <p:spTree>
      <p:nvGrpSpPr>
        <p:cNvPr id="1" name="Shape 1114"/>
        <p:cNvGrpSpPr/>
        <p:nvPr/>
      </p:nvGrpSpPr>
      <p:grpSpPr>
        <a:xfrm>
          <a:off x="0" y="0"/>
          <a:ext cx="0" cy="0"/>
          <a:chOff x="0" y="0"/>
          <a:chExt cx="0" cy="0"/>
        </a:xfrm>
      </p:grpSpPr>
      <p:sp>
        <p:nvSpPr>
          <p:cNvPr id="1115" name="Google Shape;1115;p29"/>
          <p:cNvSpPr txBox="1">
            <a:spLocks noGrp="1"/>
          </p:cNvSpPr>
          <p:nvPr>
            <p:ph type="title"/>
          </p:nvPr>
        </p:nvSpPr>
        <p:spPr>
          <a:xfrm>
            <a:off x="4306824" y="2036701"/>
            <a:ext cx="3291900" cy="572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4800"/>
              <a:buNone/>
              <a:defRPr sz="4800"/>
            </a:lvl1pPr>
            <a:lvl2pPr lvl="1" algn="r" rtl="0">
              <a:spcBef>
                <a:spcPts val="0"/>
              </a:spcBef>
              <a:spcAft>
                <a:spcPts val="0"/>
              </a:spcAft>
              <a:buSzPts val="4800"/>
              <a:buNone/>
              <a:defRPr sz="4800"/>
            </a:lvl2pPr>
            <a:lvl3pPr lvl="2" algn="r" rtl="0">
              <a:spcBef>
                <a:spcPts val="0"/>
              </a:spcBef>
              <a:spcAft>
                <a:spcPts val="0"/>
              </a:spcAft>
              <a:buSzPts val="4800"/>
              <a:buNone/>
              <a:defRPr sz="4800"/>
            </a:lvl3pPr>
            <a:lvl4pPr lvl="3" algn="r" rtl="0">
              <a:spcBef>
                <a:spcPts val="0"/>
              </a:spcBef>
              <a:spcAft>
                <a:spcPts val="0"/>
              </a:spcAft>
              <a:buSzPts val="4800"/>
              <a:buNone/>
              <a:defRPr sz="4800"/>
            </a:lvl4pPr>
            <a:lvl5pPr lvl="4" algn="r" rtl="0">
              <a:spcBef>
                <a:spcPts val="0"/>
              </a:spcBef>
              <a:spcAft>
                <a:spcPts val="0"/>
              </a:spcAft>
              <a:buSzPts val="4800"/>
              <a:buNone/>
              <a:defRPr sz="4800"/>
            </a:lvl5pPr>
            <a:lvl6pPr lvl="5" algn="r" rtl="0">
              <a:spcBef>
                <a:spcPts val="0"/>
              </a:spcBef>
              <a:spcAft>
                <a:spcPts val="0"/>
              </a:spcAft>
              <a:buSzPts val="4800"/>
              <a:buNone/>
              <a:defRPr sz="4800"/>
            </a:lvl6pPr>
            <a:lvl7pPr lvl="6" algn="r" rtl="0">
              <a:spcBef>
                <a:spcPts val="0"/>
              </a:spcBef>
              <a:spcAft>
                <a:spcPts val="0"/>
              </a:spcAft>
              <a:buSzPts val="4800"/>
              <a:buNone/>
              <a:defRPr sz="4800"/>
            </a:lvl7pPr>
            <a:lvl8pPr lvl="7" algn="r" rtl="0">
              <a:spcBef>
                <a:spcPts val="0"/>
              </a:spcBef>
              <a:spcAft>
                <a:spcPts val="0"/>
              </a:spcAft>
              <a:buSzPts val="4800"/>
              <a:buNone/>
              <a:defRPr sz="4800"/>
            </a:lvl8pPr>
            <a:lvl9pPr lvl="8" algn="r" rtl="0">
              <a:spcBef>
                <a:spcPts val="0"/>
              </a:spcBef>
              <a:spcAft>
                <a:spcPts val="0"/>
              </a:spcAft>
              <a:buSzPts val="4800"/>
              <a:buNone/>
              <a:defRPr sz="4800"/>
            </a:lvl9pPr>
          </a:lstStyle>
          <a:p>
            <a:endParaRPr/>
          </a:p>
        </p:txBody>
      </p:sp>
      <p:sp>
        <p:nvSpPr>
          <p:cNvPr id="1116" name="Google Shape;1116;p29"/>
          <p:cNvSpPr txBox="1">
            <a:spLocks noGrp="1"/>
          </p:cNvSpPr>
          <p:nvPr>
            <p:ph type="subTitle" idx="1"/>
          </p:nvPr>
        </p:nvSpPr>
        <p:spPr>
          <a:xfrm>
            <a:off x="1865375" y="2706625"/>
            <a:ext cx="4023300" cy="1426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1117" name="Google Shape;1117;p29"/>
          <p:cNvGrpSpPr/>
          <p:nvPr/>
        </p:nvGrpSpPr>
        <p:grpSpPr>
          <a:xfrm rot="-5400000" flipH="1">
            <a:off x="286059" y="-312722"/>
            <a:ext cx="1209907" cy="1782035"/>
            <a:chOff x="700771" y="-227337"/>
            <a:chExt cx="1458774" cy="2138784"/>
          </a:xfrm>
        </p:grpSpPr>
        <p:sp>
          <p:nvSpPr>
            <p:cNvPr id="1118" name="Google Shape;1118;p29"/>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9"/>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9"/>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9"/>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9"/>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9"/>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9"/>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9"/>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9"/>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9"/>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9"/>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9"/>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9"/>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9"/>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9"/>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9"/>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29"/>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9"/>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9"/>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29"/>
          <p:cNvGrpSpPr/>
          <p:nvPr/>
        </p:nvGrpSpPr>
        <p:grpSpPr>
          <a:xfrm rot="5400000" flipH="1">
            <a:off x="7613820" y="3611830"/>
            <a:ext cx="877851" cy="2209091"/>
            <a:chOff x="-26858" y="-227337"/>
            <a:chExt cx="1093215" cy="2757917"/>
          </a:xfrm>
        </p:grpSpPr>
        <p:sp>
          <p:nvSpPr>
            <p:cNvPr id="1138" name="Google Shape;1138;p29"/>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9"/>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9"/>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9"/>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9"/>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9"/>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9"/>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9"/>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9"/>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9"/>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9"/>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9"/>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9"/>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9"/>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9"/>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9"/>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9"/>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9"/>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3">
  <p:cSld name="TITLE_AND_BODY_1">
    <p:spTree>
      <p:nvGrpSpPr>
        <p:cNvPr id="1" name="Shape 1160"/>
        <p:cNvGrpSpPr/>
        <p:nvPr/>
      </p:nvGrpSpPr>
      <p:grpSpPr>
        <a:xfrm>
          <a:off x="0" y="0"/>
          <a:ext cx="0" cy="0"/>
          <a:chOff x="0" y="0"/>
          <a:chExt cx="0" cy="0"/>
        </a:xfrm>
      </p:grpSpPr>
      <p:sp>
        <p:nvSpPr>
          <p:cNvPr id="1161" name="Google Shape;1161;p30"/>
          <p:cNvSpPr txBox="1">
            <a:spLocks noGrp="1"/>
          </p:cNvSpPr>
          <p:nvPr>
            <p:ph type="title"/>
          </p:nvPr>
        </p:nvSpPr>
        <p:spPr>
          <a:xfrm>
            <a:off x="1675800" y="1891935"/>
            <a:ext cx="2562300" cy="164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7100"/>
            </a:lvl1pPr>
            <a:lvl2pPr lvl="1" algn="r" rtl="0">
              <a:spcBef>
                <a:spcPts val="0"/>
              </a:spcBef>
              <a:spcAft>
                <a:spcPts val="0"/>
              </a:spcAft>
              <a:buSzPts val="4800"/>
              <a:buNone/>
              <a:defRPr sz="4800"/>
            </a:lvl2pPr>
            <a:lvl3pPr lvl="2" algn="r" rtl="0">
              <a:spcBef>
                <a:spcPts val="0"/>
              </a:spcBef>
              <a:spcAft>
                <a:spcPts val="0"/>
              </a:spcAft>
              <a:buSzPts val="4800"/>
              <a:buNone/>
              <a:defRPr sz="4800"/>
            </a:lvl3pPr>
            <a:lvl4pPr lvl="3" algn="r" rtl="0">
              <a:spcBef>
                <a:spcPts val="0"/>
              </a:spcBef>
              <a:spcAft>
                <a:spcPts val="0"/>
              </a:spcAft>
              <a:buSzPts val="4800"/>
              <a:buNone/>
              <a:defRPr sz="4800"/>
            </a:lvl4pPr>
            <a:lvl5pPr lvl="4" algn="r" rtl="0">
              <a:spcBef>
                <a:spcPts val="0"/>
              </a:spcBef>
              <a:spcAft>
                <a:spcPts val="0"/>
              </a:spcAft>
              <a:buSzPts val="4800"/>
              <a:buNone/>
              <a:defRPr sz="4800"/>
            </a:lvl5pPr>
            <a:lvl6pPr lvl="5" algn="r" rtl="0">
              <a:spcBef>
                <a:spcPts val="0"/>
              </a:spcBef>
              <a:spcAft>
                <a:spcPts val="0"/>
              </a:spcAft>
              <a:buSzPts val="4800"/>
              <a:buNone/>
              <a:defRPr sz="4800"/>
            </a:lvl6pPr>
            <a:lvl7pPr lvl="6" algn="r" rtl="0">
              <a:spcBef>
                <a:spcPts val="0"/>
              </a:spcBef>
              <a:spcAft>
                <a:spcPts val="0"/>
              </a:spcAft>
              <a:buSzPts val="4800"/>
              <a:buNone/>
              <a:defRPr sz="4800"/>
            </a:lvl7pPr>
            <a:lvl8pPr lvl="7" algn="r" rtl="0">
              <a:spcBef>
                <a:spcPts val="0"/>
              </a:spcBef>
              <a:spcAft>
                <a:spcPts val="0"/>
              </a:spcAft>
              <a:buSzPts val="4800"/>
              <a:buNone/>
              <a:defRPr sz="4800"/>
            </a:lvl8pPr>
            <a:lvl9pPr lvl="8" algn="r" rtl="0">
              <a:spcBef>
                <a:spcPts val="0"/>
              </a:spcBef>
              <a:spcAft>
                <a:spcPts val="0"/>
              </a:spcAft>
              <a:buSzPts val="4800"/>
              <a:buNone/>
              <a:defRPr sz="4800"/>
            </a:lvl9pPr>
          </a:lstStyle>
          <a:p>
            <a:endParaRPr/>
          </a:p>
        </p:txBody>
      </p:sp>
      <p:sp>
        <p:nvSpPr>
          <p:cNvPr id="1162" name="Google Shape;1162;p30"/>
          <p:cNvSpPr txBox="1">
            <a:spLocks noGrp="1"/>
          </p:cNvSpPr>
          <p:nvPr>
            <p:ph type="subTitle" idx="1"/>
          </p:nvPr>
        </p:nvSpPr>
        <p:spPr>
          <a:xfrm>
            <a:off x="4904575" y="1939924"/>
            <a:ext cx="3526200" cy="164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cxnSp>
        <p:nvCxnSpPr>
          <p:cNvPr id="1163" name="Google Shape;1163;p30"/>
          <p:cNvCxnSpPr/>
          <p:nvPr/>
        </p:nvCxnSpPr>
        <p:spPr>
          <a:xfrm>
            <a:off x="4572000" y="-121800"/>
            <a:ext cx="0" cy="3760500"/>
          </a:xfrm>
          <a:prstGeom prst="straightConnector1">
            <a:avLst/>
          </a:prstGeom>
          <a:noFill/>
          <a:ln w="28575" cap="flat" cmpd="sng">
            <a:solidFill>
              <a:schemeClr val="accent4"/>
            </a:solidFill>
            <a:prstDash val="solid"/>
            <a:round/>
            <a:headEnd type="none" w="med" len="med"/>
            <a:tailEnd type="none" w="med" len="med"/>
          </a:ln>
        </p:spPr>
      </p:cxnSp>
      <p:grpSp>
        <p:nvGrpSpPr>
          <p:cNvPr id="1164" name="Google Shape;1164;p30"/>
          <p:cNvGrpSpPr/>
          <p:nvPr/>
        </p:nvGrpSpPr>
        <p:grpSpPr>
          <a:xfrm rot="5400000">
            <a:off x="7613820" y="-665620"/>
            <a:ext cx="877851" cy="2209091"/>
            <a:chOff x="-26858" y="-227337"/>
            <a:chExt cx="1093215" cy="2757917"/>
          </a:xfrm>
        </p:grpSpPr>
        <p:sp>
          <p:nvSpPr>
            <p:cNvPr id="1165" name="Google Shape;1165;p30"/>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0"/>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0"/>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0"/>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0"/>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0"/>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0"/>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0"/>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0"/>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0"/>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0"/>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0"/>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0"/>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7" name="Google Shape;1187;p30"/>
          <p:cNvGrpSpPr/>
          <p:nvPr/>
        </p:nvGrpSpPr>
        <p:grpSpPr>
          <a:xfrm rot="-5400000">
            <a:off x="286059" y="3659330"/>
            <a:ext cx="1209907" cy="1782035"/>
            <a:chOff x="700771" y="-227337"/>
            <a:chExt cx="1458774" cy="2138784"/>
          </a:xfrm>
        </p:grpSpPr>
        <p:sp>
          <p:nvSpPr>
            <p:cNvPr id="1188" name="Google Shape;1188;p30"/>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0"/>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0"/>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0"/>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0"/>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0"/>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0"/>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0"/>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0"/>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0"/>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0"/>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0"/>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0"/>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0"/>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4">
  <p:cSld name="TITLE_AND_BODY_1_1">
    <p:spTree>
      <p:nvGrpSpPr>
        <p:cNvPr id="1" name="Shape 1207"/>
        <p:cNvGrpSpPr/>
        <p:nvPr/>
      </p:nvGrpSpPr>
      <p:grpSpPr>
        <a:xfrm>
          <a:off x="0" y="0"/>
          <a:ext cx="0" cy="0"/>
          <a:chOff x="0" y="0"/>
          <a:chExt cx="0" cy="0"/>
        </a:xfrm>
      </p:grpSpPr>
      <p:sp>
        <p:nvSpPr>
          <p:cNvPr id="1208" name="Google Shape;1208;p31"/>
          <p:cNvSpPr txBox="1">
            <a:spLocks noGrp="1"/>
          </p:cNvSpPr>
          <p:nvPr>
            <p:ph type="title"/>
          </p:nvPr>
        </p:nvSpPr>
        <p:spPr>
          <a:xfrm>
            <a:off x="2968788" y="2765075"/>
            <a:ext cx="32064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1209" name="Google Shape;1209;p31"/>
          <p:cNvSpPr txBox="1">
            <a:spLocks noGrp="1"/>
          </p:cNvSpPr>
          <p:nvPr>
            <p:ph type="subTitle" idx="1"/>
          </p:nvPr>
        </p:nvSpPr>
        <p:spPr>
          <a:xfrm>
            <a:off x="2557200" y="3501225"/>
            <a:ext cx="4029600" cy="110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1210" name="Google Shape;1210;p31"/>
          <p:cNvGrpSpPr/>
          <p:nvPr/>
        </p:nvGrpSpPr>
        <p:grpSpPr>
          <a:xfrm rot="5400000">
            <a:off x="7613820" y="-665620"/>
            <a:ext cx="877851" cy="2209091"/>
            <a:chOff x="-26858" y="-227337"/>
            <a:chExt cx="1093215" cy="2757917"/>
          </a:xfrm>
        </p:grpSpPr>
        <p:sp>
          <p:nvSpPr>
            <p:cNvPr id="1211" name="Google Shape;1211;p31"/>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1"/>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1"/>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1"/>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1"/>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1"/>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1"/>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1"/>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1"/>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1"/>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1"/>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1"/>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1"/>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1"/>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1"/>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1"/>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1"/>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1"/>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3" name="Google Shape;1233;p31"/>
          <p:cNvGrpSpPr/>
          <p:nvPr/>
        </p:nvGrpSpPr>
        <p:grpSpPr>
          <a:xfrm rot="-5400000">
            <a:off x="286059" y="3659330"/>
            <a:ext cx="1209907" cy="1782035"/>
            <a:chOff x="700771" y="-227337"/>
            <a:chExt cx="1458774" cy="2138784"/>
          </a:xfrm>
        </p:grpSpPr>
        <p:sp>
          <p:nvSpPr>
            <p:cNvPr id="1234" name="Google Shape;1234;p31"/>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1"/>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1"/>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1"/>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1"/>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1"/>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1"/>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1"/>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1"/>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1"/>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1"/>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1"/>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1"/>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1"/>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1"/>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1"/>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1"/>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1"/>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1"/>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5">
  <p:cSld name="SECTION_TITLE_AND_DESCRIPTION_1">
    <p:spTree>
      <p:nvGrpSpPr>
        <p:cNvPr id="1" name="Shape 1253"/>
        <p:cNvGrpSpPr/>
        <p:nvPr/>
      </p:nvGrpSpPr>
      <p:grpSpPr>
        <a:xfrm>
          <a:off x="0" y="0"/>
          <a:ext cx="0" cy="0"/>
          <a:chOff x="0" y="0"/>
          <a:chExt cx="0" cy="0"/>
        </a:xfrm>
      </p:grpSpPr>
      <p:sp>
        <p:nvSpPr>
          <p:cNvPr id="1254" name="Google Shape;1254;p32"/>
          <p:cNvSpPr txBox="1">
            <a:spLocks noGrp="1"/>
          </p:cNvSpPr>
          <p:nvPr>
            <p:ph type="title"/>
          </p:nvPr>
        </p:nvSpPr>
        <p:spPr>
          <a:xfrm>
            <a:off x="4655050" y="445100"/>
            <a:ext cx="3775500" cy="2240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1255" name="Google Shape;1255;p32"/>
          <p:cNvSpPr txBox="1">
            <a:spLocks noGrp="1"/>
          </p:cNvSpPr>
          <p:nvPr>
            <p:ph type="subTitle" idx="1"/>
          </p:nvPr>
        </p:nvSpPr>
        <p:spPr>
          <a:xfrm>
            <a:off x="5344075" y="2622950"/>
            <a:ext cx="3086700" cy="880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56"/>
        <p:cNvGrpSpPr/>
        <p:nvPr/>
      </p:nvGrpSpPr>
      <p:grpSpPr>
        <a:xfrm>
          <a:off x="0" y="0"/>
          <a:ext cx="0" cy="0"/>
          <a:chOff x="0" y="0"/>
          <a:chExt cx="0" cy="0"/>
        </a:xfrm>
      </p:grpSpPr>
      <p:sp>
        <p:nvSpPr>
          <p:cNvPr id="1257" name="Google Shape;1257;p33"/>
          <p:cNvSpPr txBox="1">
            <a:spLocks noGrp="1"/>
          </p:cNvSpPr>
          <p:nvPr>
            <p:ph type="title"/>
          </p:nvPr>
        </p:nvSpPr>
        <p:spPr>
          <a:xfrm>
            <a:off x="2879587" y="2251830"/>
            <a:ext cx="3527100" cy="13341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sz="5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58" name="Google Shape;1258;p33"/>
          <p:cNvSpPr txBox="1">
            <a:spLocks noGrp="1"/>
          </p:cNvSpPr>
          <p:nvPr>
            <p:ph type="title" idx="2" hasCustomPrompt="1"/>
          </p:nvPr>
        </p:nvSpPr>
        <p:spPr>
          <a:xfrm>
            <a:off x="2879575" y="992730"/>
            <a:ext cx="1566600" cy="1080300"/>
          </a:xfrm>
          <a:prstGeom prst="rect">
            <a:avLst/>
          </a:prstGeom>
        </p:spPr>
        <p:txBody>
          <a:bodyPr spcFirstLastPara="1" wrap="square" lIns="91425" tIns="91425" rIns="91425" bIns="91425" anchor="b" anchorCtr="0">
            <a:noAutofit/>
          </a:bodyPr>
          <a:lstStyle>
            <a:lvl1pPr lvl="0" rtl="0">
              <a:spcBef>
                <a:spcPts val="0"/>
              </a:spcBef>
              <a:spcAft>
                <a:spcPts val="0"/>
              </a:spcAft>
              <a:buSzPts val="9600"/>
              <a:buNone/>
              <a:defRPr sz="7200"/>
            </a:lvl1pPr>
            <a:lvl2pPr lvl="1" rtl="0">
              <a:spcBef>
                <a:spcPts val="0"/>
              </a:spcBef>
              <a:spcAft>
                <a:spcPts val="0"/>
              </a:spcAft>
              <a:buSzPts val="12000"/>
              <a:buFont typeface="Montserrat Light"/>
              <a:buNone/>
              <a:defRPr sz="12000">
                <a:latin typeface="Montserrat Light"/>
                <a:ea typeface="Montserrat Light"/>
                <a:cs typeface="Montserrat Light"/>
                <a:sym typeface="Montserrat Light"/>
              </a:defRPr>
            </a:lvl2pPr>
            <a:lvl3pPr lvl="2" rtl="0">
              <a:spcBef>
                <a:spcPts val="0"/>
              </a:spcBef>
              <a:spcAft>
                <a:spcPts val="0"/>
              </a:spcAft>
              <a:buSzPts val="12000"/>
              <a:buFont typeface="Montserrat Light"/>
              <a:buNone/>
              <a:defRPr sz="12000">
                <a:latin typeface="Montserrat Light"/>
                <a:ea typeface="Montserrat Light"/>
                <a:cs typeface="Montserrat Light"/>
                <a:sym typeface="Montserrat Light"/>
              </a:defRPr>
            </a:lvl3pPr>
            <a:lvl4pPr lvl="3" rtl="0">
              <a:spcBef>
                <a:spcPts val="0"/>
              </a:spcBef>
              <a:spcAft>
                <a:spcPts val="0"/>
              </a:spcAft>
              <a:buSzPts val="12000"/>
              <a:buFont typeface="Montserrat Light"/>
              <a:buNone/>
              <a:defRPr sz="12000">
                <a:latin typeface="Montserrat Light"/>
                <a:ea typeface="Montserrat Light"/>
                <a:cs typeface="Montserrat Light"/>
                <a:sym typeface="Montserrat Light"/>
              </a:defRPr>
            </a:lvl4pPr>
            <a:lvl5pPr lvl="4" rtl="0">
              <a:spcBef>
                <a:spcPts val="0"/>
              </a:spcBef>
              <a:spcAft>
                <a:spcPts val="0"/>
              </a:spcAft>
              <a:buSzPts val="12000"/>
              <a:buFont typeface="Montserrat Light"/>
              <a:buNone/>
              <a:defRPr sz="12000">
                <a:latin typeface="Montserrat Light"/>
                <a:ea typeface="Montserrat Light"/>
                <a:cs typeface="Montserrat Light"/>
                <a:sym typeface="Montserrat Light"/>
              </a:defRPr>
            </a:lvl5pPr>
            <a:lvl6pPr lvl="5" rtl="0">
              <a:spcBef>
                <a:spcPts val="0"/>
              </a:spcBef>
              <a:spcAft>
                <a:spcPts val="0"/>
              </a:spcAft>
              <a:buSzPts val="12000"/>
              <a:buFont typeface="Montserrat Light"/>
              <a:buNone/>
              <a:defRPr sz="12000">
                <a:latin typeface="Montserrat Light"/>
                <a:ea typeface="Montserrat Light"/>
                <a:cs typeface="Montserrat Light"/>
                <a:sym typeface="Montserrat Light"/>
              </a:defRPr>
            </a:lvl6pPr>
            <a:lvl7pPr lvl="6" rtl="0">
              <a:spcBef>
                <a:spcPts val="0"/>
              </a:spcBef>
              <a:spcAft>
                <a:spcPts val="0"/>
              </a:spcAft>
              <a:buSzPts val="12000"/>
              <a:buFont typeface="Montserrat Light"/>
              <a:buNone/>
              <a:defRPr sz="12000">
                <a:latin typeface="Montserrat Light"/>
                <a:ea typeface="Montserrat Light"/>
                <a:cs typeface="Montserrat Light"/>
                <a:sym typeface="Montserrat Light"/>
              </a:defRPr>
            </a:lvl7pPr>
            <a:lvl8pPr lvl="7" rtl="0">
              <a:spcBef>
                <a:spcPts val="0"/>
              </a:spcBef>
              <a:spcAft>
                <a:spcPts val="0"/>
              </a:spcAft>
              <a:buSzPts val="12000"/>
              <a:buFont typeface="Montserrat Light"/>
              <a:buNone/>
              <a:defRPr sz="12000">
                <a:latin typeface="Montserrat Light"/>
                <a:ea typeface="Montserrat Light"/>
                <a:cs typeface="Montserrat Light"/>
                <a:sym typeface="Montserrat Light"/>
              </a:defRPr>
            </a:lvl8pPr>
            <a:lvl9pPr lvl="8" rtl="0">
              <a:spcBef>
                <a:spcPts val="0"/>
              </a:spcBef>
              <a:spcAft>
                <a:spcPts val="0"/>
              </a:spcAft>
              <a:buSzPts val="12000"/>
              <a:buFont typeface="Montserrat Light"/>
              <a:buNone/>
              <a:defRPr sz="12000">
                <a:latin typeface="Montserrat Light"/>
                <a:ea typeface="Montserrat Light"/>
                <a:cs typeface="Montserrat Light"/>
                <a:sym typeface="Montserrat Light"/>
              </a:defRPr>
            </a:lvl9pPr>
          </a:lstStyle>
          <a:p>
            <a:r>
              <a:t>xx%</a:t>
            </a:r>
          </a:p>
        </p:txBody>
      </p:sp>
      <p:sp>
        <p:nvSpPr>
          <p:cNvPr id="1259" name="Google Shape;1259;p33"/>
          <p:cNvSpPr txBox="1">
            <a:spLocks noGrp="1"/>
          </p:cNvSpPr>
          <p:nvPr>
            <p:ph type="subTitle" idx="1"/>
          </p:nvPr>
        </p:nvSpPr>
        <p:spPr>
          <a:xfrm>
            <a:off x="2879587" y="3764723"/>
            <a:ext cx="2389200" cy="58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000"/>
              <a:buNone/>
              <a:defRPr>
                <a:solidFill>
                  <a:schemeClr val="dk1"/>
                </a:solidFill>
              </a:defRPr>
            </a:lvl1pPr>
            <a:lvl2pPr lvl="1"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2pPr>
            <a:lvl3pPr lvl="2"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3pPr>
            <a:lvl4pPr lvl="3"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4pPr>
            <a:lvl5pPr lvl="4"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5pPr>
            <a:lvl6pPr lvl="5"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6pPr>
            <a:lvl7pPr lvl="6"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7pPr>
            <a:lvl8pPr lvl="7"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8pPr>
            <a:lvl9pPr lvl="8"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9pPr>
          </a:lstStyle>
          <a:p>
            <a:endParaRPr/>
          </a:p>
        </p:txBody>
      </p:sp>
      <p:cxnSp>
        <p:nvCxnSpPr>
          <p:cNvPr id="1260" name="Google Shape;1260;p33"/>
          <p:cNvCxnSpPr/>
          <p:nvPr/>
        </p:nvCxnSpPr>
        <p:spPr>
          <a:xfrm rot="10800000">
            <a:off x="2978388" y="2115488"/>
            <a:ext cx="6165600" cy="0"/>
          </a:xfrm>
          <a:prstGeom prst="straightConnector1">
            <a:avLst/>
          </a:prstGeom>
          <a:noFill/>
          <a:ln w="28575" cap="flat" cmpd="sng">
            <a:solidFill>
              <a:schemeClr val="accent4"/>
            </a:solidFill>
            <a:prstDash val="solid"/>
            <a:round/>
            <a:headEnd type="none" w="med" len="med"/>
            <a:tailEnd type="none" w="med" len="med"/>
          </a:ln>
        </p:spPr>
      </p:cxnSp>
      <p:grpSp>
        <p:nvGrpSpPr>
          <p:cNvPr id="1261" name="Google Shape;1261;p33"/>
          <p:cNvGrpSpPr/>
          <p:nvPr/>
        </p:nvGrpSpPr>
        <p:grpSpPr>
          <a:xfrm>
            <a:off x="7099200" y="2933725"/>
            <a:ext cx="2044793" cy="2209776"/>
            <a:chOff x="1384075" y="241450"/>
            <a:chExt cx="4822625" cy="5215425"/>
          </a:xfrm>
        </p:grpSpPr>
        <p:sp>
          <p:nvSpPr>
            <p:cNvPr id="1262" name="Google Shape;1262;p33"/>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3"/>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3"/>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3"/>
            <p:cNvSpPr/>
            <p:nvPr/>
          </p:nvSpPr>
          <p:spPr>
            <a:xfrm>
              <a:off x="4827375" y="1479000"/>
              <a:ext cx="691350" cy="795600"/>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3"/>
            <p:cNvSpPr/>
            <p:nvPr/>
          </p:nvSpPr>
          <p:spPr>
            <a:xfrm>
              <a:off x="4827375" y="1875125"/>
              <a:ext cx="691350" cy="1195050"/>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3"/>
            <p:cNvSpPr/>
            <p:nvPr/>
          </p:nvSpPr>
          <p:spPr>
            <a:xfrm>
              <a:off x="5518700" y="2274575"/>
              <a:ext cx="688000" cy="795600"/>
            </a:xfrm>
            <a:custGeom>
              <a:avLst/>
              <a:gdLst/>
              <a:ahLst/>
              <a:cxnLst/>
              <a:rect l="l" t="t" r="r" b="b"/>
              <a:pathLst>
                <a:path w="27520" h="31824" extrusionOk="0">
                  <a:moveTo>
                    <a:pt x="0" y="0"/>
                  </a:moveTo>
                  <a:lnTo>
                    <a:pt x="0" y="31823"/>
                  </a:lnTo>
                  <a:lnTo>
                    <a:pt x="27520" y="15978"/>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3"/>
            <p:cNvSpPr/>
            <p:nvPr/>
          </p:nvSpPr>
          <p:spPr>
            <a:xfrm>
              <a:off x="4827375" y="3865700"/>
              <a:ext cx="691350" cy="1195050"/>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3"/>
            <p:cNvSpPr/>
            <p:nvPr/>
          </p:nvSpPr>
          <p:spPr>
            <a:xfrm>
              <a:off x="4830700" y="4661275"/>
              <a:ext cx="688025" cy="795600"/>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3"/>
            <p:cNvSpPr/>
            <p:nvPr/>
          </p:nvSpPr>
          <p:spPr>
            <a:xfrm>
              <a:off x="5518700" y="3865700"/>
              <a:ext cx="688000" cy="795600"/>
            </a:xfrm>
            <a:custGeom>
              <a:avLst/>
              <a:gdLst/>
              <a:ahLst/>
              <a:cxnLst/>
              <a:rect l="l" t="t" r="r" b="b"/>
              <a:pathLst>
                <a:path w="27520" h="31824" extrusionOk="0">
                  <a:moveTo>
                    <a:pt x="0" y="1"/>
                  </a:moveTo>
                  <a:lnTo>
                    <a:pt x="0" y="31824"/>
                  </a:lnTo>
                  <a:lnTo>
                    <a:pt x="27520"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3"/>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3"/>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3"/>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3"/>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3"/>
            <p:cNvSpPr/>
            <p:nvPr/>
          </p:nvSpPr>
          <p:spPr>
            <a:xfrm>
              <a:off x="4139375" y="2670675"/>
              <a:ext cx="688025" cy="798950"/>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3"/>
            <p:cNvSpPr/>
            <p:nvPr/>
          </p:nvSpPr>
          <p:spPr>
            <a:xfrm>
              <a:off x="4139375" y="3070150"/>
              <a:ext cx="688025" cy="795575"/>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3"/>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3"/>
            <p:cNvSpPr/>
            <p:nvPr/>
          </p:nvSpPr>
          <p:spPr>
            <a:xfrm>
              <a:off x="3451375" y="3070150"/>
              <a:ext cx="688025" cy="795575"/>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3"/>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3"/>
            <p:cNvSpPr/>
            <p:nvPr/>
          </p:nvSpPr>
          <p:spPr>
            <a:xfrm>
              <a:off x="3451375" y="1479000"/>
              <a:ext cx="688025" cy="795600"/>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3"/>
            <p:cNvSpPr/>
            <p:nvPr/>
          </p:nvSpPr>
          <p:spPr>
            <a:xfrm>
              <a:off x="3448050" y="1878450"/>
              <a:ext cx="694675" cy="1191725"/>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3"/>
            <p:cNvSpPr/>
            <p:nvPr/>
          </p:nvSpPr>
          <p:spPr>
            <a:xfrm>
              <a:off x="4139375" y="1878450"/>
              <a:ext cx="688025" cy="1191725"/>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3"/>
            <p:cNvSpPr/>
            <p:nvPr/>
          </p:nvSpPr>
          <p:spPr>
            <a:xfrm>
              <a:off x="4382875" y="241450"/>
              <a:ext cx="201000" cy="22935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3"/>
            <p:cNvSpPr/>
            <p:nvPr/>
          </p:nvSpPr>
          <p:spPr>
            <a:xfrm>
              <a:off x="4139375" y="682600"/>
              <a:ext cx="688025" cy="796425"/>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3"/>
            <p:cNvSpPr/>
            <p:nvPr/>
          </p:nvSpPr>
          <p:spPr>
            <a:xfrm>
              <a:off x="3451375" y="4661275"/>
              <a:ext cx="1376025" cy="795600"/>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3"/>
            <p:cNvSpPr/>
            <p:nvPr/>
          </p:nvSpPr>
          <p:spPr>
            <a:xfrm>
              <a:off x="4139375" y="3865700"/>
              <a:ext cx="688025" cy="1195050"/>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3"/>
            <p:cNvSpPr/>
            <p:nvPr/>
          </p:nvSpPr>
          <p:spPr>
            <a:xfrm>
              <a:off x="4139375" y="3469600"/>
              <a:ext cx="688025" cy="795575"/>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3"/>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3"/>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3"/>
            <p:cNvSpPr/>
            <p:nvPr/>
          </p:nvSpPr>
          <p:spPr>
            <a:xfrm>
              <a:off x="3451375" y="3469600"/>
              <a:ext cx="688025" cy="795575"/>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3"/>
            <p:cNvSpPr/>
            <p:nvPr/>
          </p:nvSpPr>
          <p:spPr>
            <a:xfrm>
              <a:off x="3451375" y="2670675"/>
              <a:ext cx="1376025" cy="1195050"/>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3"/>
            <p:cNvSpPr/>
            <p:nvPr/>
          </p:nvSpPr>
          <p:spPr>
            <a:xfrm>
              <a:off x="2760050" y="2670675"/>
              <a:ext cx="691350" cy="798950"/>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3"/>
            <p:cNvSpPr/>
            <p:nvPr/>
          </p:nvSpPr>
          <p:spPr>
            <a:xfrm>
              <a:off x="2760050" y="3070150"/>
              <a:ext cx="691350" cy="795575"/>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3"/>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3"/>
            <p:cNvSpPr/>
            <p:nvPr/>
          </p:nvSpPr>
          <p:spPr>
            <a:xfrm>
              <a:off x="2072075" y="1479000"/>
              <a:ext cx="688000" cy="795600"/>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3"/>
            <p:cNvSpPr/>
            <p:nvPr/>
          </p:nvSpPr>
          <p:spPr>
            <a:xfrm>
              <a:off x="1967825" y="2486400"/>
              <a:ext cx="322750" cy="371950"/>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3"/>
            <p:cNvSpPr/>
            <p:nvPr/>
          </p:nvSpPr>
          <p:spPr>
            <a:xfrm>
              <a:off x="2065400" y="1412275"/>
              <a:ext cx="218500" cy="254375"/>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3"/>
            <p:cNvSpPr/>
            <p:nvPr/>
          </p:nvSpPr>
          <p:spPr>
            <a:xfrm>
              <a:off x="2760050" y="1878450"/>
              <a:ext cx="691350" cy="1191725"/>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3"/>
            <p:cNvSpPr/>
            <p:nvPr/>
          </p:nvSpPr>
          <p:spPr>
            <a:xfrm>
              <a:off x="2760050" y="1479000"/>
              <a:ext cx="691350" cy="795600"/>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3"/>
            <p:cNvSpPr/>
            <p:nvPr/>
          </p:nvSpPr>
          <p:spPr>
            <a:xfrm>
              <a:off x="2072075" y="3865700"/>
              <a:ext cx="688000" cy="795600"/>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3"/>
            <p:cNvSpPr/>
            <p:nvPr/>
          </p:nvSpPr>
          <p:spPr>
            <a:xfrm>
              <a:off x="1384075" y="4661275"/>
              <a:ext cx="688025" cy="795600"/>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3"/>
            <p:cNvSpPr/>
            <p:nvPr/>
          </p:nvSpPr>
          <p:spPr>
            <a:xfrm>
              <a:off x="2760050" y="3865700"/>
              <a:ext cx="691350" cy="1591175"/>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3"/>
            <p:cNvSpPr/>
            <p:nvPr/>
          </p:nvSpPr>
          <p:spPr>
            <a:xfrm>
              <a:off x="2760050" y="3469600"/>
              <a:ext cx="691350" cy="795575"/>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3"/>
            <p:cNvSpPr/>
            <p:nvPr/>
          </p:nvSpPr>
          <p:spPr>
            <a:xfrm>
              <a:off x="3448050" y="3469600"/>
              <a:ext cx="691350" cy="159115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3"/>
            <p:cNvSpPr/>
            <p:nvPr/>
          </p:nvSpPr>
          <p:spPr>
            <a:xfrm>
              <a:off x="2760050" y="2670675"/>
              <a:ext cx="1379350" cy="1195050"/>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6" name="Google Shape;1306;p33"/>
          <p:cNvGrpSpPr/>
          <p:nvPr/>
        </p:nvGrpSpPr>
        <p:grpSpPr>
          <a:xfrm>
            <a:off x="-76200" y="-76200"/>
            <a:ext cx="2286103" cy="2895537"/>
            <a:chOff x="-26858" y="-227337"/>
            <a:chExt cx="2186403" cy="2757917"/>
          </a:xfrm>
        </p:grpSpPr>
        <p:sp>
          <p:nvSpPr>
            <p:cNvPr id="1307" name="Google Shape;1307;p33"/>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3"/>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3"/>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3"/>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3"/>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3"/>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3"/>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3"/>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3"/>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3"/>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3"/>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3"/>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3"/>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3"/>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3"/>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3"/>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3"/>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3"/>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3"/>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3"/>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3"/>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3"/>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3"/>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3"/>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3"/>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3"/>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3"/>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3"/>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3"/>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3"/>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3"/>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3"/>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3"/>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3"/>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3"/>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3"/>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2">
  <p:cSld name="SECTION_HEADER_1_1">
    <p:spTree>
      <p:nvGrpSpPr>
        <p:cNvPr id="1" name="Shape 1347"/>
        <p:cNvGrpSpPr/>
        <p:nvPr/>
      </p:nvGrpSpPr>
      <p:grpSpPr>
        <a:xfrm>
          <a:off x="0" y="0"/>
          <a:ext cx="0" cy="0"/>
          <a:chOff x="0" y="0"/>
          <a:chExt cx="0" cy="0"/>
        </a:xfrm>
      </p:grpSpPr>
      <p:sp>
        <p:nvSpPr>
          <p:cNvPr id="1348" name="Google Shape;1348;p34"/>
          <p:cNvSpPr txBox="1">
            <a:spLocks noGrp="1"/>
          </p:cNvSpPr>
          <p:nvPr>
            <p:ph type="title"/>
          </p:nvPr>
        </p:nvSpPr>
        <p:spPr>
          <a:xfrm>
            <a:off x="2382850" y="2635150"/>
            <a:ext cx="4378500" cy="71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48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349" name="Google Shape;1349;p34"/>
          <p:cNvSpPr txBox="1">
            <a:spLocks noGrp="1"/>
          </p:cNvSpPr>
          <p:nvPr>
            <p:ph type="title" idx="2" hasCustomPrompt="1"/>
          </p:nvPr>
        </p:nvSpPr>
        <p:spPr>
          <a:xfrm>
            <a:off x="3788700" y="1136050"/>
            <a:ext cx="1566600" cy="14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10800">
                <a:solidFill>
                  <a:schemeClr val="accent4"/>
                </a:solidFill>
              </a:defRPr>
            </a:lvl1pPr>
            <a:lvl2pPr lvl="1" algn="ctr" rtl="0">
              <a:spcBef>
                <a:spcPts val="0"/>
              </a:spcBef>
              <a:spcAft>
                <a:spcPts val="0"/>
              </a:spcAft>
              <a:buSzPts val="12000"/>
              <a:buFont typeface="Montserrat Light"/>
              <a:buNone/>
              <a:defRPr sz="12000">
                <a:latin typeface="Montserrat Light"/>
                <a:ea typeface="Montserrat Light"/>
                <a:cs typeface="Montserrat Light"/>
                <a:sym typeface="Montserrat Light"/>
              </a:defRPr>
            </a:lvl2pPr>
            <a:lvl3pPr lvl="2" algn="ctr" rtl="0">
              <a:spcBef>
                <a:spcPts val="0"/>
              </a:spcBef>
              <a:spcAft>
                <a:spcPts val="0"/>
              </a:spcAft>
              <a:buSzPts val="12000"/>
              <a:buFont typeface="Montserrat Light"/>
              <a:buNone/>
              <a:defRPr sz="12000">
                <a:latin typeface="Montserrat Light"/>
                <a:ea typeface="Montserrat Light"/>
                <a:cs typeface="Montserrat Light"/>
                <a:sym typeface="Montserrat Light"/>
              </a:defRPr>
            </a:lvl3pPr>
            <a:lvl4pPr lvl="3" algn="ctr" rtl="0">
              <a:spcBef>
                <a:spcPts val="0"/>
              </a:spcBef>
              <a:spcAft>
                <a:spcPts val="0"/>
              </a:spcAft>
              <a:buSzPts val="12000"/>
              <a:buFont typeface="Montserrat Light"/>
              <a:buNone/>
              <a:defRPr sz="12000">
                <a:latin typeface="Montserrat Light"/>
                <a:ea typeface="Montserrat Light"/>
                <a:cs typeface="Montserrat Light"/>
                <a:sym typeface="Montserrat Light"/>
              </a:defRPr>
            </a:lvl4pPr>
            <a:lvl5pPr lvl="4" algn="ctr" rtl="0">
              <a:spcBef>
                <a:spcPts val="0"/>
              </a:spcBef>
              <a:spcAft>
                <a:spcPts val="0"/>
              </a:spcAft>
              <a:buSzPts val="12000"/>
              <a:buFont typeface="Montserrat Light"/>
              <a:buNone/>
              <a:defRPr sz="12000">
                <a:latin typeface="Montserrat Light"/>
                <a:ea typeface="Montserrat Light"/>
                <a:cs typeface="Montserrat Light"/>
                <a:sym typeface="Montserrat Light"/>
              </a:defRPr>
            </a:lvl5pPr>
            <a:lvl6pPr lvl="5" algn="ctr" rtl="0">
              <a:spcBef>
                <a:spcPts val="0"/>
              </a:spcBef>
              <a:spcAft>
                <a:spcPts val="0"/>
              </a:spcAft>
              <a:buSzPts val="12000"/>
              <a:buFont typeface="Montserrat Light"/>
              <a:buNone/>
              <a:defRPr sz="12000">
                <a:latin typeface="Montserrat Light"/>
                <a:ea typeface="Montserrat Light"/>
                <a:cs typeface="Montserrat Light"/>
                <a:sym typeface="Montserrat Light"/>
              </a:defRPr>
            </a:lvl6pPr>
            <a:lvl7pPr lvl="6" algn="ctr" rtl="0">
              <a:spcBef>
                <a:spcPts val="0"/>
              </a:spcBef>
              <a:spcAft>
                <a:spcPts val="0"/>
              </a:spcAft>
              <a:buSzPts val="12000"/>
              <a:buFont typeface="Montserrat Light"/>
              <a:buNone/>
              <a:defRPr sz="12000">
                <a:latin typeface="Montserrat Light"/>
                <a:ea typeface="Montserrat Light"/>
                <a:cs typeface="Montserrat Light"/>
                <a:sym typeface="Montserrat Light"/>
              </a:defRPr>
            </a:lvl7pPr>
            <a:lvl8pPr lvl="7" algn="ctr" rtl="0">
              <a:spcBef>
                <a:spcPts val="0"/>
              </a:spcBef>
              <a:spcAft>
                <a:spcPts val="0"/>
              </a:spcAft>
              <a:buSzPts val="12000"/>
              <a:buFont typeface="Montserrat Light"/>
              <a:buNone/>
              <a:defRPr sz="12000">
                <a:latin typeface="Montserrat Light"/>
                <a:ea typeface="Montserrat Light"/>
                <a:cs typeface="Montserrat Light"/>
                <a:sym typeface="Montserrat Light"/>
              </a:defRPr>
            </a:lvl8pPr>
            <a:lvl9pPr lvl="8" algn="ctr" rtl="0">
              <a:spcBef>
                <a:spcPts val="0"/>
              </a:spcBef>
              <a:spcAft>
                <a:spcPts val="0"/>
              </a:spcAft>
              <a:buSzPts val="12000"/>
              <a:buFont typeface="Montserrat Light"/>
              <a:buNone/>
              <a:defRPr sz="12000">
                <a:latin typeface="Montserrat Light"/>
                <a:ea typeface="Montserrat Light"/>
                <a:cs typeface="Montserrat Light"/>
                <a:sym typeface="Montserrat Light"/>
              </a:defRPr>
            </a:lvl9pPr>
          </a:lstStyle>
          <a:p>
            <a:r>
              <a:t>xx%</a:t>
            </a:r>
          </a:p>
        </p:txBody>
      </p:sp>
      <p:sp>
        <p:nvSpPr>
          <p:cNvPr id="1350" name="Google Shape;1350;p34"/>
          <p:cNvSpPr txBox="1">
            <a:spLocks noGrp="1"/>
          </p:cNvSpPr>
          <p:nvPr>
            <p:ph type="subTitle" idx="1"/>
          </p:nvPr>
        </p:nvSpPr>
        <p:spPr>
          <a:xfrm>
            <a:off x="3377400" y="3527548"/>
            <a:ext cx="2389200" cy="582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000"/>
              <a:buNone/>
              <a:defRPr>
                <a:solidFill>
                  <a:schemeClr val="dk1"/>
                </a:solidFill>
              </a:defRPr>
            </a:lvl1pPr>
            <a:lvl2pPr lvl="1" algn="ctr"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9pPr>
          </a:lstStyle>
          <a:p>
            <a:endParaRPr/>
          </a:p>
        </p:txBody>
      </p:sp>
      <p:grpSp>
        <p:nvGrpSpPr>
          <p:cNvPr id="1351" name="Google Shape;1351;p34"/>
          <p:cNvGrpSpPr/>
          <p:nvPr/>
        </p:nvGrpSpPr>
        <p:grpSpPr>
          <a:xfrm flipH="1">
            <a:off x="0" y="2933725"/>
            <a:ext cx="2044793" cy="2209776"/>
            <a:chOff x="1384075" y="241450"/>
            <a:chExt cx="4822625" cy="5215425"/>
          </a:xfrm>
        </p:grpSpPr>
        <p:sp>
          <p:nvSpPr>
            <p:cNvPr id="1352" name="Google Shape;1352;p34"/>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4"/>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4"/>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4"/>
            <p:cNvSpPr/>
            <p:nvPr/>
          </p:nvSpPr>
          <p:spPr>
            <a:xfrm>
              <a:off x="4827375" y="1479000"/>
              <a:ext cx="691350" cy="795600"/>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4"/>
            <p:cNvSpPr/>
            <p:nvPr/>
          </p:nvSpPr>
          <p:spPr>
            <a:xfrm>
              <a:off x="4827375" y="1875125"/>
              <a:ext cx="691350" cy="1195050"/>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4"/>
            <p:cNvSpPr/>
            <p:nvPr/>
          </p:nvSpPr>
          <p:spPr>
            <a:xfrm>
              <a:off x="5518700" y="2274575"/>
              <a:ext cx="688000" cy="795600"/>
            </a:xfrm>
            <a:custGeom>
              <a:avLst/>
              <a:gdLst/>
              <a:ahLst/>
              <a:cxnLst/>
              <a:rect l="l" t="t" r="r" b="b"/>
              <a:pathLst>
                <a:path w="27520" h="31824" extrusionOk="0">
                  <a:moveTo>
                    <a:pt x="0" y="0"/>
                  </a:moveTo>
                  <a:lnTo>
                    <a:pt x="0" y="31823"/>
                  </a:lnTo>
                  <a:lnTo>
                    <a:pt x="27520" y="15978"/>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4"/>
            <p:cNvSpPr/>
            <p:nvPr/>
          </p:nvSpPr>
          <p:spPr>
            <a:xfrm>
              <a:off x="4827375" y="3865700"/>
              <a:ext cx="691350" cy="1195050"/>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4"/>
            <p:cNvSpPr/>
            <p:nvPr/>
          </p:nvSpPr>
          <p:spPr>
            <a:xfrm>
              <a:off x="4830700" y="4661275"/>
              <a:ext cx="688025" cy="795600"/>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4"/>
            <p:cNvSpPr/>
            <p:nvPr/>
          </p:nvSpPr>
          <p:spPr>
            <a:xfrm>
              <a:off x="5518700" y="3865700"/>
              <a:ext cx="688000" cy="795600"/>
            </a:xfrm>
            <a:custGeom>
              <a:avLst/>
              <a:gdLst/>
              <a:ahLst/>
              <a:cxnLst/>
              <a:rect l="l" t="t" r="r" b="b"/>
              <a:pathLst>
                <a:path w="27520" h="31824" extrusionOk="0">
                  <a:moveTo>
                    <a:pt x="0" y="1"/>
                  </a:moveTo>
                  <a:lnTo>
                    <a:pt x="0" y="31824"/>
                  </a:lnTo>
                  <a:lnTo>
                    <a:pt x="27520"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4"/>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4"/>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4"/>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4"/>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4"/>
            <p:cNvSpPr/>
            <p:nvPr/>
          </p:nvSpPr>
          <p:spPr>
            <a:xfrm>
              <a:off x="4139375" y="2670675"/>
              <a:ext cx="688025" cy="798950"/>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4"/>
            <p:cNvSpPr/>
            <p:nvPr/>
          </p:nvSpPr>
          <p:spPr>
            <a:xfrm>
              <a:off x="4139375" y="3070150"/>
              <a:ext cx="688025" cy="795575"/>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4"/>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4"/>
            <p:cNvSpPr/>
            <p:nvPr/>
          </p:nvSpPr>
          <p:spPr>
            <a:xfrm>
              <a:off x="3451375" y="3070150"/>
              <a:ext cx="688025" cy="795575"/>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4"/>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4"/>
            <p:cNvSpPr/>
            <p:nvPr/>
          </p:nvSpPr>
          <p:spPr>
            <a:xfrm>
              <a:off x="3451375" y="1479000"/>
              <a:ext cx="688025" cy="795600"/>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4"/>
            <p:cNvSpPr/>
            <p:nvPr/>
          </p:nvSpPr>
          <p:spPr>
            <a:xfrm>
              <a:off x="3448050" y="1878450"/>
              <a:ext cx="694675" cy="1191725"/>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4"/>
            <p:cNvSpPr/>
            <p:nvPr/>
          </p:nvSpPr>
          <p:spPr>
            <a:xfrm>
              <a:off x="4139375" y="1878450"/>
              <a:ext cx="688025" cy="1191725"/>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4"/>
            <p:cNvSpPr/>
            <p:nvPr/>
          </p:nvSpPr>
          <p:spPr>
            <a:xfrm>
              <a:off x="4382875" y="241450"/>
              <a:ext cx="201000" cy="22935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4"/>
            <p:cNvSpPr/>
            <p:nvPr/>
          </p:nvSpPr>
          <p:spPr>
            <a:xfrm>
              <a:off x="4139375" y="682600"/>
              <a:ext cx="688025" cy="796425"/>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4"/>
            <p:cNvSpPr/>
            <p:nvPr/>
          </p:nvSpPr>
          <p:spPr>
            <a:xfrm>
              <a:off x="3451375" y="4661275"/>
              <a:ext cx="1376025" cy="795600"/>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4"/>
            <p:cNvSpPr/>
            <p:nvPr/>
          </p:nvSpPr>
          <p:spPr>
            <a:xfrm>
              <a:off x="4139375" y="3865700"/>
              <a:ext cx="688025" cy="1195050"/>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4"/>
            <p:cNvSpPr/>
            <p:nvPr/>
          </p:nvSpPr>
          <p:spPr>
            <a:xfrm>
              <a:off x="4139375" y="3469600"/>
              <a:ext cx="688025" cy="795575"/>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4"/>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4"/>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4"/>
            <p:cNvSpPr/>
            <p:nvPr/>
          </p:nvSpPr>
          <p:spPr>
            <a:xfrm>
              <a:off x="3451375" y="3469600"/>
              <a:ext cx="688025" cy="795575"/>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4"/>
            <p:cNvSpPr/>
            <p:nvPr/>
          </p:nvSpPr>
          <p:spPr>
            <a:xfrm>
              <a:off x="3451375" y="2670675"/>
              <a:ext cx="1376025" cy="1195050"/>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4"/>
            <p:cNvSpPr/>
            <p:nvPr/>
          </p:nvSpPr>
          <p:spPr>
            <a:xfrm>
              <a:off x="2760050" y="2670675"/>
              <a:ext cx="691350" cy="798950"/>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4"/>
            <p:cNvSpPr/>
            <p:nvPr/>
          </p:nvSpPr>
          <p:spPr>
            <a:xfrm>
              <a:off x="2760050" y="3070150"/>
              <a:ext cx="691350" cy="795575"/>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4"/>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4"/>
            <p:cNvSpPr/>
            <p:nvPr/>
          </p:nvSpPr>
          <p:spPr>
            <a:xfrm>
              <a:off x="2072075" y="1479000"/>
              <a:ext cx="688000" cy="795600"/>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4"/>
            <p:cNvSpPr/>
            <p:nvPr/>
          </p:nvSpPr>
          <p:spPr>
            <a:xfrm>
              <a:off x="1967825" y="2486400"/>
              <a:ext cx="322750" cy="371950"/>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4"/>
            <p:cNvSpPr/>
            <p:nvPr/>
          </p:nvSpPr>
          <p:spPr>
            <a:xfrm>
              <a:off x="2065400" y="1412275"/>
              <a:ext cx="218500" cy="254375"/>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4"/>
            <p:cNvSpPr/>
            <p:nvPr/>
          </p:nvSpPr>
          <p:spPr>
            <a:xfrm>
              <a:off x="2760050" y="1878450"/>
              <a:ext cx="691350" cy="1191725"/>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4"/>
            <p:cNvSpPr/>
            <p:nvPr/>
          </p:nvSpPr>
          <p:spPr>
            <a:xfrm>
              <a:off x="2760050" y="1479000"/>
              <a:ext cx="691350" cy="795600"/>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4"/>
            <p:cNvSpPr/>
            <p:nvPr/>
          </p:nvSpPr>
          <p:spPr>
            <a:xfrm>
              <a:off x="2072075" y="3865700"/>
              <a:ext cx="688000" cy="795600"/>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4"/>
            <p:cNvSpPr/>
            <p:nvPr/>
          </p:nvSpPr>
          <p:spPr>
            <a:xfrm>
              <a:off x="1384075" y="4661275"/>
              <a:ext cx="688025" cy="795600"/>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4"/>
            <p:cNvSpPr/>
            <p:nvPr/>
          </p:nvSpPr>
          <p:spPr>
            <a:xfrm>
              <a:off x="2760050" y="3865700"/>
              <a:ext cx="691350" cy="1591175"/>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4"/>
            <p:cNvSpPr/>
            <p:nvPr/>
          </p:nvSpPr>
          <p:spPr>
            <a:xfrm>
              <a:off x="2760050" y="3469600"/>
              <a:ext cx="691350" cy="795575"/>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4"/>
            <p:cNvSpPr/>
            <p:nvPr/>
          </p:nvSpPr>
          <p:spPr>
            <a:xfrm>
              <a:off x="3448050" y="3469600"/>
              <a:ext cx="691350" cy="159115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4"/>
            <p:cNvSpPr/>
            <p:nvPr/>
          </p:nvSpPr>
          <p:spPr>
            <a:xfrm>
              <a:off x="2760050" y="2670675"/>
              <a:ext cx="1379350" cy="1195050"/>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6" name="Google Shape;1396;p34"/>
          <p:cNvGrpSpPr/>
          <p:nvPr/>
        </p:nvGrpSpPr>
        <p:grpSpPr>
          <a:xfrm flipH="1">
            <a:off x="6934090" y="-76200"/>
            <a:ext cx="2286103" cy="2895537"/>
            <a:chOff x="-26858" y="-227337"/>
            <a:chExt cx="2186403" cy="2757917"/>
          </a:xfrm>
        </p:grpSpPr>
        <p:sp>
          <p:nvSpPr>
            <p:cNvPr id="1397" name="Google Shape;1397;p34"/>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4"/>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4"/>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4"/>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4"/>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4"/>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4"/>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4"/>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4"/>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4"/>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4"/>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4"/>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4"/>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4"/>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4"/>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4"/>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4"/>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4"/>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4"/>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4"/>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4"/>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4"/>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4"/>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4"/>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4"/>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4"/>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4"/>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4"/>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4"/>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4"/>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4"/>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4"/>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4"/>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4"/>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4"/>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4"/>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Quote">
  <p:cSld name="TITLE_1_1_1">
    <p:spTree>
      <p:nvGrpSpPr>
        <p:cNvPr id="1" name="Shape 1437"/>
        <p:cNvGrpSpPr/>
        <p:nvPr/>
      </p:nvGrpSpPr>
      <p:grpSpPr>
        <a:xfrm>
          <a:off x="0" y="0"/>
          <a:ext cx="0" cy="0"/>
          <a:chOff x="0" y="0"/>
          <a:chExt cx="0" cy="0"/>
        </a:xfrm>
      </p:grpSpPr>
      <p:sp>
        <p:nvSpPr>
          <p:cNvPr id="1438" name="Google Shape;1438;p35"/>
          <p:cNvSpPr txBox="1">
            <a:spLocks noGrp="1"/>
          </p:cNvSpPr>
          <p:nvPr>
            <p:ph type="ctrTitle"/>
          </p:nvPr>
        </p:nvSpPr>
        <p:spPr>
          <a:xfrm>
            <a:off x="713225" y="2999825"/>
            <a:ext cx="2599200" cy="662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439" name="Google Shape;1439;p35"/>
          <p:cNvSpPr txBox="1">
            <a:spLocks noGrp="1"/>
          </p:cNvSpPr>
          <p:nvPr>
            <p:ph type="subTitle" idx="1"/>
          </p:nvPr>
        </p:nvSpPr>
        <p:spPr>
          <a:xfrm>
            <a:off x="713225" y="1712800"/>
            <a:ext cx="6379200" cy="114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2400"/>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1440" name="Google Shape;1440;p35"/>
          <p:cNvSpPr/>
          <p:nvPr/>
        </p:nvSpPr>
        <p:spPr>
          <a:xfrm rot="-5400000" flipH="1">
            <a:off x="4073565" y="-78536"/>
            <a:ext cx="996879" cy="1153940"/>
          </a:xfrm>
          <a:custGeom>
            <a:avLst/>
            <a:gdLst/>
            <a:ahLst/>
            <a:cxnLst/>
            <a:rect l="l" t="t" r="r" b="b"/>
            <a:pathLst>
              <a:path w="27521" h="31857" extrusionOk="0">
                <a:moveTo>
                  <a:pt x="1" y="0"/>
                </a:moveTo>
                <a:lnTo>
                  <a:pt x="1" y="31857"/>
                </a:lnTo>
                <a:lnTo>
                  <a:pt x="27520" y="15845"/>
                </a:lnTo>
                <a:lnTo>
                  <a:pt x="1" y="0"/>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1" name="Google Shape;1441;p35"/>
          <p:cNvGrpSpPr/>
          <p:nvPr/>
        </p:nvGrpSpPr>
        <p:grpSpPr>
          <a:xfrm rot="5400000" flipH="1">
            <a:off x="7613820" y="3611830"/>
            <a:ext cx="877851" cy="2209091"/>
            <a:chOff x="-26858" y="-227337"/>
            <a:chExt cx="1093215" cy="2757917"/>
          </a:xfrm>
        </p:grpSpPr>
        <p:sp>
          <p:nvSpPr>
            <p:cNvPr id="1442" name="Google Shape;1442;p35"/>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5"/>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5"/>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5"/>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5"/>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5"/>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5"/>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5"/>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5"/>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5"/>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5"/>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5"/>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5"/>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5"/>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35"/>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35"/>
          <p:cNvGrpSpPr/>
          <p:nvPr/>
        </p:nvGrpSpPr>
        <p:grpSpPr>
          <a:xfrm rot="-5400000">
            <a:off x="286059" y="3659330"/>
            <a:ext cx="1209907" cy="1782035"/>
            <a:chOff x="700771" y="-227337"/>
            <a:chExt cx="1458774" cy="2138784"/>
          </a:xfrm>
        </p:grpSpPr>
        <p:sp>
          <p:nvSpPr>
            <p:cNvPr id="1465" name="Google Shape;1465;p35"/>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35"/>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5"/>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5"/>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5"/>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5"/>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5"/>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5"/>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5"/>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5"/>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5"/>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5"/>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5"/>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5"/>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5"/>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5"/>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5"/>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5"/>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5"/>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Quote 1">
  <p:cSld name="TITLE_1_1_1_1">
    <p:spTree>
      <p:nvGrpSpPr>
        <p:cNvPr id="1" name="Shape 1484"/>
        <p:cNvGrpSpPr/>
        <p:nvPr/>
      </p:nvGrpSpPr>
      <p:grpSpPr>
        <a:xfrm>
          <a:off x="0" y="0"/>
          <a:ext cx="0" cy="0"/>
          <a:chOff x="0" y="0"/>
          <a:chExt cx="0" cy="0"/>
        </a:xfrm>
      </p:grpSpPr>
      <p:sp>
        <p:nvSpPr>
          <p:cNvPr id="1485" name="Google Shape;1485;p36"/>
          <p:cNvSpPr txBox="1">
            <a:spLocks noGrp="1"/>
          </p:cNvSpPr>
          <p:nvPr>
            <p:ph type="subTitle" idx="1"/>
          </p:nvPr>
        </p:nvSpPr>
        <p:spPr>
          <a:xfrm>
            <a:off x="1924300" y="1704900"/>
            <a:ext cx="5295300" cy="1733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000"/>
            </a:lvl1pPr>
            <a:lvl2pPr lvl="1" rtl="0">
              <a:lnSpc>
                <a:spcPct val="100000"/>
              </a:lnSpc>
              <a:spcBef>
                <a:spcPts val="0"/>
              </a:spcBef>
              <a:spcAft>
                <a:spcPts val="0"/>
              </a:spcAft>
              <a:buSzPts val="3600"/>
              <a:buNone/>
              <a:defRPr sz="3600"/>
            </a:lvl2pPr>
            <a:lvl3pPr lvl="2" rtl="0">
              <a:lnSpc>
                <a:spcPct val="100000"/>
              </a:lnSpc>
              <a:spcBef>
                <a:spcPts val="0"/>
              </a:spcBef>
              <a:spcAft>
                <a:spcPts val="0"/>
              </a:spcAft>
              <a:buSzPts val="3600"/>
              <a:buNone/>
              <a:defRPr sz="3600"/>
            </a:lvl3pPr>
            <a:lvl4pPr lvl="3" rtl="0">
              <a:lnSpc>
                <a:spcPct val="100000"/>
              </a:lnSpc>
              <a:spcBef>
                <a:spcPts val="0"/>
              </a:spcBef>
              <a:spcAft>
                <a:spcPts val="0"/>
              </a:spcAft>
              <a:buSzPts val="3600"/>
              <a:buNone/>
              <a:defRPr sz="3600"/>
            </a:lvl4pPr>
            <a:lvl5pPr lvl="4" rtl="0">
              <a:lnSpc>
                <a:spcPct val="100000"/>
              </a:lnSpc>
              <a:spcBef>
                <a:spcPts val="0"/>
              </a:spcBef>
              <a:spcAft>
                <a:spcPts val="0"/>
              </a:spcAft>
              <a:buSzPts val="3600"/>
              <a:buNone/>
              <a:defRPr sz="3600"/>
            </a:lvl5pPr>
            <a:lvl6pPr lvl="5" rtl="0">
              <a:lnSpc>
                <a:spcPct val="100000"/>
              </a:lnSpc>
              <a:spcBef>
                <a:spcPts val="0"/>
              </a:spcBef>
              <a:spcAft>
                <a:spcPts val="0"/>
              </a:spcAft>
              <a:buSzPts val="3600"/>
              <a:buNone/>
              <a:defRPr sz="3600"/>
            </a:lvl6pPr>
            <a:lvl7pPr lvl="6" rtl="0">
              <a:lnSpc>
                <a:spcPct val="100000"/>
              </a:lnSpc>
              <a:spcBef>
                <a:spcPts val="0"/>
              </a:spcBef>
              <a:spcAft>
                <a:spcPts val="0"/>
              </a:spcAft>
              <a:buSzPts val="3600"/>
              <a:buNone/>
              <a:defRPr sz="3600"/>
            </a:lvl7pPr>
            <a:lvl8pPr lvl="7" rtl="0">
              <a:lnSpc>
                <a:spcPct val="100000"/>
              </a:lnSpc>
              <a:spcBef>
                <a:spcPts val="0"/>
              </a:spcBef>
              <a:spcAft>
                <a:spcPts val="0"/>
              </a:spcAft>
              <a:buSzPts val="3600"/>
              <a:buNone/>
              <a:defRPr sz="3600"/>
            </a:lvl8pPr>
            <a:lvl9pPr lvl="8" rtl="0">
              <a:lnSpc>
                <a:spcPct val="100000"/>
              </a:lnSpc>
              <a:spcBef>
                <a:spcPts val="0"/>
              </a:spcBef>
              <a:spcAft>
                <a:spcPts val="0"/>
              </a:spcAft>
              <a:buSzPts val="3600"/>
              <a:buNone/>
              <a:defRPr sz="3600"/>
            </a:lvl9pPr>
          </a:lstStyle>
          <a:p>
            <a:endParaRPr/>
          </a:p>
        </p:txBody>
      </p:sp>
      <p:sp>
        <p:nvSpPr>
          <p:cNvPr id="1486" name="Google Shape;1486;p36"/>
          <p:cNvSpPr txBox="1">
            <a:spLocks noGrp="1"/>
          </p:cNvSpPr>
          <p:nvPr>
            <p:ph type="ctrTitle"/>
          </p:nvPr>
        </p:nvSpPr>
        <p:spPr>
          <a:xfrm>
            <a:off x="3272413" y="3663875"/>
            <a:ext cx="2599200" cy="66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000">
                <a:solidFill>
                  <a:schemeClr val="accent4"/>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grpSp>
        <p:nvGrpSpPr>
          <p:cNvPr id="1487" name="Google Shape;1487;p36"/>
          <p:cNvGrpSpPr/>
          <p:nvPr/>
        </p:nvGrpSpPr>
        <p:grpSpPr>
          <a:xfrm rot="5400000" flipH="1">
            <a:off x="7613820" y="3611830"/>
            <a:ext cx="877851" cy="2209091"/>
            <a:chOff x="-26858" y="-227337"/>
            <a:chExt cx="1093215" cy="2757917"/>
          </a:xfrm>
        </p:grpSpPr>
        <p:sp>
          <p:nvSpPr>
            <p:cNvPr id="1488" name="Google Shape;1488;p36"/>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6"/>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6"/>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6"/>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6"/>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6"/>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6"/>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6"/>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6"/>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6"/>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6"/>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6"/>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6"/>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6"/>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6"/>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6"/>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6"/>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3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6"/>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36"/>
          <p:cNvGrpSpPr/>
          <p:nvPr/>
        </p:nvGrpSpPr>
        <p:grpSpPr>
          <a:xfrm rot="-5400000" flipH="1">
            <a:off x="286059" y="-312722"/>
            <a:ext cx="1209907" cy="1782035"/>
            <a:chOff x="700771" y="-227337"/>
            <a:chExt cx="1458774" cy="2138784"/>
          </a:xfrm>
        </p:grpSpPr>
        <p:sp>
          <p:nvSpPr>
            <p:cNvPr id="1511" name="Google Shape;1511;p36"/>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6"/>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6"/>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6"/>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6"/>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6"/>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6"/>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6"/>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6"/>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6"/>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6"/>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36"/>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36"/>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6"/>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6"/>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6"/>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6"/>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36"/>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6"/>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_1">
    <p:spTree>
      <p:nvGrpSpPr>
        <p:cNvPr id="1" name="Shape 1530"/>
        <p:cNvGrpSpPr/>
        <p:nvPr/>
      </p:nvGrpSpPr>
      <p:grpSpPr>
        <a:xfrm>
          <a:off x="0" y="0"/>
          <a:ext cx="0" cy="0"/>
          <a:chOff x="0" y="0"/>
          <a:chExt cx="0" cy="0"/>
        </a:xfrm>
      </p:grpSpPr>
      <p:sp>
        <p:nvSpPr>
          <p:cNvPr id="1531" name="Google Shape;1531;p37"/>
          <p:cNvSpPr txBox="1">
            <a:spLocks noGrp="1"/>
          </p:cNvSpPr>
          <p:nvPr>
            <p:ph type="subTitle" idx="1"/>
          </p:nvPr>
        </p:nvSpPr>
        <p:spPr>
          <a:xfrm>
            <a:off x="1042416" y="2331720"/>
            <a:ext cx="1929300" cy="576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532" name="Google Shape;1532;p37"/>
          <p:cNvSpPr txBox="1">
            <a:spLocks noGrp="1"/>
          </p:cNvSpPr>
          <p:nvPr>
            <p:ph type="title" hasCustomPrompt="1"/>
          </p:nvPr>
        </p:nvSpPr>
        <p:spPr>
          <a:xfrm>
            <a:off x="1041825" y="2843784"/>
            <a:ext cx="1930500" cy="365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1pPr>
            <a:lvl2pPr lvl="1"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2pPr>
            <a:lvl3pPr lvl="2"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3pPr>
            <a:lvl4pPr lvl="3"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4pPr>
            <a:lvl5pPr lvl="4"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5pPr>
            <a:lvl6pPr lvl="5"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6pPr>
            <a:lvl7pPr lvl="6"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7pPr>
            <a:lvl8pPr lvl="7"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8pPr>
            <a:lvl9pPr lvl="8"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9pPr>
          </a:lstStyle>
          <a:p>
            <a:r>
              <a:t>xx%</a:t>
            </a:r>
          </a:p>
        </p:txBody>
      </p:sp>
      <p:sp>
        <p:nvSpPr>
          <p:cNvPr id="1533" name="Google Shape;1533;p37"/>
          <p:cNvSpPr txBox="1">
            <a:spLocks noGrp="1"/>
          </p:cNvSpPr>
          <p:nvPr>
            <p:ph type="subTitle" idx="2"/>
          </p:nvPr>
        </p:nvSpPr>
        <p:spPr>
          <a:xfrm>
            <a:off x="1042425" y="3255264"/>
            <a:ext cx="1929300" cy="8322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1600"/>
              </a:spcBef>
              <a:spcAft>
                <a:spcPts val="0"/>
              </a:spcAft>
              <a:buSzPts val="1400"/>
              <a:buNone/>
              <a:defRPr/>
            </a:lvl2pPr>
            <a:lvl3pPr lvl="2" algn="ctr">
              <a:spcBef>
                <a:spcPts val="1600"/>
              </a:spcBef>
              <a:spcAft>
                <a:spcPts val="0"/>
              </a:spcAft>
              <a:buSzPts val="1400"/>
              <a:buNone/>
              <a:defRPr/>
            </a:lvl3pPr>
            <a:lvl4pPr lvl="3" algn="ctr">
              <a:spcBef>
                <a:spcPts val="1600"/>
              </a:spcBef>
              <a:spcAft>
                <a:spcPts val="0"/>
              </a:spcAft>
              <a:buSzPts val="1400"/>
              <a:buNone/>
              <a:defRPr/>
            </a:lvl4pPr>
            <a:lvl5pPr lvl="4" algn="ctr">
              <a:spcBef>
                <a:spcPts val="1600"/>
              </a:spcBef>
              <a:spcAft>
                <a:spcPts val="0"/>
              </a:spcAft>
              <a:buSzPts val="1400"/>
              <a:buNone/>
              <a:defRPr/>
            </a:lvl5pPr>
            <a:lvl6pPr lvl="5" algn="ctr">
              <a:spcBef>
                <a:spcPts val="1600"/>
              </a:spcBef>
              <a:spcAft>
                <a:spcPts val="0"/>
              </a:spcAft>
              <a:buSzPts val="1400"/>
              <a:buNone/>
              <a:defRPr/>
            </a:lvl6pPr>
            <a:lvl7pPr lvl="6" algn="ctr">
              <a:spcBef>
                <a:spcPts val="1600"/>
              </a:spcBef>
              <a:spcAft>
                <a:spcPts val="0"/>
              </a:spcAft>
              <a:buSzPts val="1400"/>
              <a:buNone/>
              <a:defRPr/>
            </a:lvl7pPr>
            <a:lvl8pPr lvl="7" algn="ctr">
              <a:spcBef>
                <a:spcPts val="1600"/>
              </a:spcBef>
              <a:spcAft>
                <a:spcPts val="0"/>
              </a:spcAft>
              <a:buSzPts val="1400"/>
              <a:buNone/>
              <a:defRPr/>
            </a:lvl8pPr>
            <a:lvl9pPr lvl="8" algn="ctr">
              <a:spcBef>
                <a:spcPts val="1600"/>
              </a:spcBef>
              <a:spcAft>
                <a:spcPts val="1600"/>
              </a:spcAft>
              <a:buSzPts val="1400"/>
              <a:buNone/>
              <a:defRPr/>
            </a:lvl9pPr>
          </a:lstStyle>
          <a:p>
            <a:endParaRPr/>
          </a:p>
        </p:txBody>
      </p:sp>
      <p:sp>
        <p:nvSpPr>
          <p:cNvPr id="1534" name="Google Shape;1534;p37"/>
          <p:cNvSpPr txBox="1">
            <a:spLocks noGrp="1"/>
          </p:cNvSpPr>
          <p:nvPr>
            <p:ph type="subTitle" idx="3"/>
          </p:nvPr>
        </p:nvSpPr>
        <p:spPr>
          <a:xfrm>
            <a:off x="3607341" y="2331720"/>
            <a:ext cx="1929300" cy="576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535" name="Google Shape;1535;p37"/>
          <p:cNvSpPr txBox="1">
            <a:spLocks noGrp="1"/>
          </p:cNvSpPr>
          <p:nvPr>
            <p:ph type="title" idx="4" hasCustomPrompt="1"/>
          </p:nvPr>
        </p:nvSpPr>
        <p:spPr>
          <a:xfrm>
            <a:off x="3606750" y="2843784"/>
            <a:ext cx="1930500" cy="365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1pPr>
            <a:lvl2pPr lvl="1"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2pPr>
            <a:lvl3pPr lvl="2"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3pPr>
            <a:lvl4pPr lvl="3"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4pPr>
            <a:lvl5pPr lvl="4"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5pPr>
            <a:lvl6pPr lvl="5"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6pPr>
            <a:lvl7pPr lvl="6"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7pPr>
            <a:lvl8pPr lvl="7"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8pPr>
            <a:lvl9pPr lvl="8"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9pPr>
          </a:lstStyle>
          <a:p>
            <a:r>
              <a:t>xx%</a:t>
            </a:r>
          </a:p>
        </p:txBody>
      </p:sp>
      <p:sp>
        <p:nvSpPr>
          <p:cNvPr id="1536" name="Google Shape;1536;p37"/>
          <p:cNvSpPr txBox="1">
            <a:spLocks noGrp="1"/>
          </p:cNvSpPr>
          <p:nvPr>
            <p:ph type="subTitle" idx="5"/>
          </p:nvPr>
        </p:nvSpPr>
        <p:spPr>
          <a:xfrm>
            <a:off x="3607350" y="3255264"/>
            <a:ext cx="1929300" cy="832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37" name="Google Shape;1537;p37"/>
          <p:cNvSpPr txBox="1">
            <a:spLocks noGrp="1"/>
          </p:cNvSpPr>
          <p:nvPr>
            <p:ph type="subTitle" idx="6"/>
          </p:nvPr>
        </p:nvSpPr>
        <p:spPr>
          <a:xfrm>
            <a:off x="6172266" y="2331720"/>
            <a:ext cx="1929300" cy="576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538" name="Google Shape;1538;p37"/>
          <p:cNvSpPr txBox="1">
            <a:spLocks noGrp="1"/>
          </p:cNvSpPr>
          <p:nvPr>
            <p:ph type="title" idx="7" hasCustomPrompt="1"/>
          </p:nvPr>
        </p:nvSpPr>
        <p:spPr>
          <a:xfrm>
            <a:off x="6171675" y="2843784"/>
            <a:ext cx="1930500" cy="365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1pPr>
            <a:lvl2pPr lvl="1"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2pPr>
            <a:lvl3pPr lvl="2"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3pPr>
            <a:lvl4pPr lvl="3"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4pPr>
            <a:lvl5pPr lvl="4"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5pPr>
            <a:lvl6pPr lvl="5"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6pPr>
            <a:lvl7pPr lvl="6"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7pPr>
            <a:lvl8pPr lvl="7"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8pPr>
            <a:lvl9pPr lvl="8" algn="r" rtl="0">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9pPr>
          </a:lstStyle>
          <a:p>
            <a:r>
              <a:t>xx%</a:t>
            </a:r>
          </a:p>
        </p:txBody>
      </p:sp>
      <p:sp>
        <p:nvSpPr>
          <p:cNvPr id="1539" name="Google Shape;1539;p37"/>
          <p:cNvSpPr txBox="1">
            <a:spLocks noGrp="1"/>
          </p:cNvSpPr>
          <p:nvPr>
            <p:ph type="subTitle" idx="8"/>
          </p:nvPr>
        </p:nvSpPr>
        <p:spPr>
          <a:xfrm>
            <a:off x="6172275" y="3255264"/>
            <a:ext cx="1929300" cy="832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40" name="Google Shape;1540;p37"/>
          <p:cNvSpPr txBox="1">
            <a:spLocks noGrp="1"/>
          </p:cNvSpPr>
          <p:nvPr>
            <p:ph type="ctrTitle" idx="9"/>
          </p:nvPr>
        </p:nvSpPr>
        <p:spPr>
          <a:xfrm flipH="1">
            <a:off x="770700" y="468450"/>
            <a:ext cx="3801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541" name="Google Shape;1541;p37"/>
          <p:cNvCxnSpPr/>
          <p:nvPr/>
        </p:nvCxnSpPr>
        <p:spPr>
          <a:xfrm>
            <a:off x="498025" y="-63925"/>
            <a:ext cx="0" cy="1124100"/>
          </a:xfrm>
          <a:prstGeom prst="straightConnector1">
            <a:avLst/>
          </a:prstGeom>
          <a:noFill/>
          <a:ln w="28575" cap="flat" cmpd="sng">
            <a:solidFill>
              <a:schemeClr val="lt2"/>
            </a:solidFill>
            <a:prstDash val="solid"/>
            <a:round/>
            <a:headEnd type="none" w="med" len="med"/>
            <a:tailEnd type="none" w="med" len="med"/>
          </a:ln>
        </p:spPr>
      </p:cxnSp>
      <p:grpSp>
        <p:nvGrpSpPr>
          <p:cNvPr id="1542" name="Google Shape;1542;p37"/>
          <p:cNvGrpSpPr/>
          <p:nvPr/>
        </p:nvGrpSpPr>
        <p:grpSpPr>
          <a:xfrm rot="5400000" flipH="1">
            <a:off x="7613820" y="3611830"/>
            <a:ext cx="877851" cy="2209091"/>
            <a:chOff x="-26858" y="-227337"/>
            <a:chExt cx="1093215" cy="2757917"/>
          </a:xfrm>
        </p:grpSpPr>
        <p:sp>
          <p:nvSpPr>
            <p:cNvPr id="1543" name="Google Shape;1543;p37"/>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7"/>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7"/>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7"/>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7"/>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7"/>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7"/>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7"/>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7"/>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7"/>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7"/>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7"/>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7"/>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7"/>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7"/>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7"/>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7"/>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7"/>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1">
  <p:cSld name="CUSTOM_3">
    <p:spTree>
      <p:nvGrpSpPr>
        <p:cNvPr id="1" name="Shape 1565"/>
        <p:cNvGrpSpPr/>
        <p:nvPr/>
      </p:nvGrpSpPr>
      <p:grpSpPr>
        <a:xfrm>
          <a:off x="0" y="0"/>
          <a:ext cx="0" cy="0"/>
          <a:chOff x="0" y="0"/>
          <a:chExt cx="0" cy="0"/>
        </a:xfrm>
      </p:grpSpPr>
      <p:sp>
        <p:nvSpPr>
          <p:cNvPr id="1566" name="Google Shape;1566;p38"/>
          <p:cNvSpPr txBox="1">
            <a:spLocks noGrp="1"/>
          </p:cNvSpPr>
          <p:nvPr>
            <p:ph type="ctrTitle"/>
          </p:nvPr>
        </p:nvSpPr>
        <p:spPr>
          <a:xfrm flipH="1">
            <a:off x="770700" y="468450"/>
            <a:ext cx="3801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567" name="Google Shape;1567;p38"/>
          <p:cNvCxnSpPr/>
          <p:nvPr/>
        </p:nvCxnSpPr>
        <p:spPr>
          <a:xfrm>
            <a:off x="498025" y="-63925"/>
            <a:ext cx="0" cy="1124100"/>
          </a:xfrm>
          <a:prstGeom prst="straightConnector1">
            <a:avLst/>
          </a:prstGeom>
          <a:noFill/>
          <a:ln w="28575" cap="flat" cmpd="sng">
            <a:solidFill>
              <a:schemeClr val="lt2"/>
            </a:solidFill>
            <a:prstDash val="solid"/>
            <a:round/>
            <a:headEnd type="none" w="med" len="med"/>
            <a:tailEnd type="none" w="med" len="med"/>
          </a:ln>
        </p:spPr>
      </p:cxnSp>
      <p:grpSp>
        <p:nvGrpSpPr>
          <p:cNvPr id="1568" name="Google Shape;1568;p38"/>
          <p:cNvGrpSpPr/>
          <p:nvPr/>
        </p:nvGrpSpPr>
        <p:grpSpPr>
          <a:xfrm rot="5400000" flipH="1">
            <a:off x="7613820" y="3611830"/>
            <a:ext cx="877851" cy="2209091"/>
            <a:chOff x="-26858" y="-227337"/>
            <a:chExt cx="1093215" cy="2757917"/>
          </a:xfrm>
        </p:grpSpPr>
        <p:sp>
          <p:nvSpPr>
            <p:cNvPr id="1569" name="Google Shape;1569;p38"/>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8"/>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8"/>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8"/>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8"/>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8"/>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8"/>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8"/>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8"/>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8"/>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8"/>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8"/>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8"/>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8"/>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8"/>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8"/>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8"/>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8"/>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8"/>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1" name="Google Shape;1591;p38"/>
          <p:cNvSpPr txBox="1">
            <a:spLocks noGrp="1"/>
          </p:cNvSpPr>
          <p:nvPr>
            <p:ph type="subTitle" idx="1"/>
          </p:nvPr>
        </p:nvSpPr>
        <p:spPr>
          <a:xfrm>
            <a:off x="2670048" y="1289304"/>
            <a:ext cx="1252800" cy="429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algn="r" rtl="0">
              <a:spcBef>
                <a:spcPts val="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1592" name="Google Shape;1592;p38"/>
          <p:cNvSpPr txBox="1">
            <a:spLocks noGrp="1"/>
          </p:cNvSpPr>
          <p:nvPr>
            <p:ph type="subTitle" idx="2"/>
          </p:nvPr>
        </p:nvSpPr>
        <p:spPr>
          <a:xfrm>
            <a:off x="1005840" y="1591056"/>
            <a:ext cx="2916900" cy="57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r" rtl="0">
              <a:spcBef>
                <a:spcPts val="160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1593" name="Google Shape;1593;p38"/>
          <p:cNvSpPr txBox="1">
            <a:spLocks noGrp="1"/>
          </p:cNvSpPr>
          <p:nvPr>
            <p:ph type="subTitle" idx="3"/>
          </p:nvPr>
        </p:nvSpPr>
        <p:spPr>
          <a:xfrm>
            <a:off x="2670048" y="3538728"/>
            <a:ext cx="1252800" cy="429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algn="r" rtl="0">
              <a:spcBef>
                <a:spcPts val="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1594" name="Google Shape;1594;p38"/>
          <p:cNvSpPr txBox="1">
            <a:spLocks noGrp="1"/>
          </p:cNvSpPr>
          <p:nvPr>
            <p:ph type="subTitle" idx="4"/>
          </p:nvPr>
        </p:nvSpPr>
        <p:spPr>
          <a:xfrm>
            <a:off x="1005840" y="3840480"/>
            <a:ext cx="2916900" cy="57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r" rtl="0">
              <a:spcBef>
                <a:spcPts val="160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1595" name="Google Shape;1595;p38"/>
          <p:cNvSpPr txBox="1">
            <a:spLocks noGrp="1"/>
          </p:cNvSpPr>
          <p:nvPr>
            <p:ph type="subTitle" idx="5"/>
          </p:nvPr>
        </p:nvSpPr>
        <p:spPr>
          <a:xfrm>
            <a:off x="2670048" y="2414016"/>
            <a:ext cx="1252800" cy="429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algn="r" rtl="0">
              <a:spcBef>
                <a:spcPts val="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1596" name="Google Shape;1596;p38"/>
          <p:cNvSpPr txBox="1">
            <a:spLocks noGrp="1"/>
          </p:cNvSpPr>
          <p:nvPr>
            <p:ph type="subTitle" idx="6"/>
          </p:nvPr>
        </p:nvSpPr>
        <p:spPr>
          <a:xfrm>
            <a:off x="1005840" y="2715767"/>
            <a:ext cx="2916900" cy="57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r" rtl="0">
              <a:spcBef>
                <a:spcPts val="160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hree columns 2">
  <p:cSld name="TITLE_ONLY_2_1">
    <p:spTree>
      <p:nvGrpSpPr>
        <p:cNvPr id="1" name="Shape 1597"/>
        <p:cNvGrpSpPr/>
        <p:nvPr/>
      </p:nvGrpSpPr>
      <p:grpSpPr>
        <a:xfrm>
          <a:off x="0" y="0"/>
          <a:ext cx="0" cy="0"/>
          <a:chOff x="0" y="0"/>
          <a:chExt cx="0" cy="0"/>
        </a:xfrm>
      </p:grpSpPr>
      <p:sp>
        <p:nvSpPr>
          <p:cNvPr id="1598" name="Google Shape;1598;p39"/>
          <p:cNvSpPr txBox="1">
            <a:spLocks noGrp="1"/>
          </p:cNvSpPr>
          <p:nvPr>
            <p:ph type="subTitle" idx="1"/>
          </p:nvPr>
        </p:nvSpPr>
        <p:spPr>
          <a:xfrm>
            <a:off x="924358" y="2982025"/>
            <a:ext cx="1717800" cy="429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99" name="Google Shape;1599;p39"/>
          <p:cNvSpPr txBox="1">
            <a:spLocks noGrp="1"/>
          </p:cNvSpPr>
          <p:nvPr>
            <p:ph type="subTitle" idx="2"/>
          </p:nvPr>
        </p:nvSpPr>
        <p:spPr>
          <a:xfrm>
            <a:off x="724602" y="3335720"/>
            <a:ext cx="2117400" cy="75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600" name="Google Shape;1600;p39"/>
          <p:cNvSpPr txBox="1">
            <a:spLocks noGrp="1"/>
          </p:cNvSpPr>
          <p:nvPr>
            <p:ph type="subTitle" idx="3"/>
          </p:nvPr>
        </p:nvSpPr>
        <p:spPr>
          <a:xfrm>
            <a:off x="3712963" y="2982025"/>
            <a:ext cx="1718100" cy="429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601" name="Google Shape;1601;p39"/>
          <p:cNvSpPr txBox="1">
            <a:spLocks noGrp="1"/>
          </p:cNvSpPr>
          <p:nvPr>
            <p:ph type="subTitle" idx="4"/>
          </p:nvPr>
        </p:nvSpPr>
        <p:spPr>
          <a:xfrm>
            <a:off x="3513298" y="3335720"/>
            <a:ext cx="2117400" cy="75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602" name="Google Shape;1602;p39"/>
          <p:cNvSpPr txBox="1">
            <a:spLocks noGrp="1"/>
          </p:cNvSpPr>
          <p:nvPr>
            <p:ph type="subTitle" idx="5"/>
          </p:nvPr>
        </p:nvSpPr>
        <p:spPr>
          <a:xfrm>
            <a:off x="6501707" y="2982025"/>
            <a:ext cx="1718100" cy="429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603" name="Google Shape;1603;p39"/>
          <p:cNvSpPr txBox="1">
            <a:spLocks noGrp="1"/>
          </p:cNvSpPr>
          <p:nvPr>
            <p:ph type="subTitle" idx="6"/>
          </p:nvPr>
        </p:nvSpPr>
        <p:spPr>
          <a:xfrm>
            <a:off x="6302000" y="3335720"/>
            <a:ext cx="2117400" cy="75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604" name="Google Shape;1604;p39"/>
          <p:cNvSpPr txBox="1">
            <a:spLocks noGrp="1"/>
          </p:cNvSpPr>
          <p:nvPr>
            <p:ph type="ctrTitle"/>
          </p:nvPr>
        </p:nvSpPr>
        <p:spPr>
          <a:xfrm flipH="1">
            <a:off x="770700" y="468450"/>
            <a:ext cx="3801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605" name="Google Shape;1605;p39"/>
          <p:cNvCxnSpPr/>
          <p:nvPr/>
        </p:nvCxnSpPr>
        <p:spPr>
          <a:xfrm>
            <a:off x="498025" y="-63925"/>
            <a:ext cx="0" cy="1124100"/>
          </a:xfrm>
          <a:prstGeom prst="straightConnector1">
            <a:avLst/>
          </a:prstGeom>
          <a:noFill/>
          <a:ln w="28575" cap="flat" cmpd="sng">
            <a:solidFill>
              <a:schemeClr val="lt2"/>
            </a:solidFill>
            <a:prstDash val="solid"/>
            <a:round/>
            <a:headEnd type="none" w="med" len="med"/>
            <a:tailEnd type="none" w="med" len="med"/>
          </a:ln>
        </p:spPr>
      </p:cxnSp>
      <p:grpSp>
        <p:nvGrpSpPr>
          <p:cNvPr id="1606" name="Google Shape;1606;p39"/>
          <p:cNvGrpSpPr/>
          <p:nvPr/>
        </p:nvGrpSpPr>
        <p:grpSpPr>
          <a:xfrm rot="5400000" flipH="1">
            <a:off x="7613820" y="3611830"/>
            <a:ext cx="877851" cy="2209091"/>
            <a:chOff x="-26858" y="-227337"/>
            <a:chExt cx="1093215" cy="2757917"/>
          </a:xfrm>
        </p:grpSpPr>
        <p:sp>
          <p:nvSpPr>
            <p:cNvPr id="1607" name="Google Shape;1607;p39"/>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9"/>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9"/>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9"/>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9"/>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9"/>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9"/>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9"/>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9"/>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9"/>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9"/>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9"/>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9"/>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9"/>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9"/>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9"/>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9"/>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9"/>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9"/>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four columns">
  <p:cSld name="TITLE_ONLY_1">
    <p:spTree>
      <p:nvGrpSpPr>
        <p:cNvPr id="1" name="Shape 1629"/>
        <p:cNvGrpSpPr/>
        <p:nvPr/>
      </p:nvGrpSpPr>
      <p:grpSpPr>
        <a:xfrm>
          <a:off x="0" y="0"/>
          <a:ext cx="0" cy="0"/>
          <a:chOff x="0" y="0"/>
          <a:chExt cx="0" cy="0"/>
        </a:xfrm>
      </p:grpSpPr>
      <p:sp>
        <p:nvSpPr>
          <p:cNvPr id="1630" name="Google Shape;1630;p40"/>
          <p:cNvSpPr txBox="1">
            <a:spLocks noGrp="1"/>
          </p:cNvSpPr>
          <p:nvPr>
            <p:ph type="ctrTitle"/>
          </p:nvPr>
        </p:nvSpPr>
        <p:spPr>
          <a:xfrm>
            <a:off x="4572001" y="468450"/>
            <a:ext cx="37899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r" rtl="0">
              <a:spcBef>
                <a:spcPts val="0"/>
              </a:spcBef>
              <a:spcAft>
                <a:spcPts val="0"/>
              </a:spcAft>
              <a:buSzPts val="1600"/>
              <a:buNone/>
              <a:defRPr sz="1600"/>
            </a:lvl2pPr>
            <a:lvl3pPr lvl="2" algn="r" rtl="0">
              <a:spcBef>
                <a:spcPts val="0"/>
              </a:spcBef>
              <a:spcAft>
                <a:spcPts val="0"/>
              </a:spcAft>
              <a:buSzPts val="1600"/>
              <a:buNone/>
              <a:defRPr sz="1600"/>
            </a:lvl3pPr>
            <a:lvl4pPr lvl="3" algn="r" rtl="0">
              <a:spcBef>
                <a:spcPts val="0"/>
              </a:spcBef>
              <a:spcAft>
                <a:spcPts val="0"/>
              </a:spcAft>
              <a:buSzPts val="1600"/>
              <a:buNone/>
              <a:defRPr sz="1600"/>
            </a:lvl4pPr>
            <a:lvl5pPr lvl="4" algn="r" rtl="0">
              <a:spcBef>
                <a:spcPts val="0"/>
              </a:spcBef>
              <a:spcAft>
                <a:spcPts val="0"/>
              </a:spcAft>
              <a:buSzPts val="1600"/>
              <a:buNone/>
              <a:defRPr sz="1600"/>
            </a:lvl5pPr>
            <a:lvl6pPr lvl="5" algn="r" rtl="0">
              <a:spcBef>
                <a:spcPts val="0"/>
              </a:spcBef>
              <a:spcAft>
                <a:spcPts val="0"/>
              </a:spcAft>
              <a:buSzPts val="1600"/>
              <a:buNone/>
              <a:defRPr sz="1600"/>
            </a:lvl6pPr>
            <a:lvl7pPr lvl="6" algn="r" rtl="0">
              <a:spcBef>
                <a:spcPts val="0"/>
              </a:spcBef>
              <a:spcAft>
                <a:spcPts val="0"/>
              </a:spcAft>
              <a:buSzPts val="1600"/>
              <a:buNone/>
              <a:defRPr sz="1600"/>
            </a:lvl7pPr>
            <a:lvl8pPr lvl="7" algn="r" rtl="0">
              <a:spcBef>
                <a:spcPts val="0"/>
              </a:spcBef>
              <a:spcAft>
                <a:spcPts val="0"/>
              </a:spcAft>
              <a:buSzPts val="1600"/>
              <a:buNone/>
              <a:defRPr sz="1600"/>
            </a:lvl8pPr>
            <a:lvl9pPr lvl="8" algn="r" rtl="0">
              <a:spcBef>
                <a:spcPts val="0"/>
              </a:spcBef>
              <a:spcAft>
                <a:spcPts val="0"/>
              </a:spcAft>
              <a:buSzPts val="1600"/>
              <a:buNone/>
              <a:defRPr sz="1600"/>
            </a:lvl9pPr>
          </a:lstStyle>
          <a:p>
            <a:endParaRPr/>
          </a:p>
        </p:txBody>
      </p:sp>
      <p:cxnSp>
        <p:nvCxnSpPr>
          <p:cNvPr id="1631" name="Google Shape;1631;p40"/>
          <p:cNvCxnSpPr/>
          <p:nvPr/>
        </p:nvCxnSpPr>
        <p:spPr>
          <a:xfrm>
            <a:off x="8634675" y="-1604650"/>
            <a:ext cx="0" cy="2664900"/>
          </a:xfrm>
          <a:prstGeom prst="straightConnector1">
            <a:avLst/>
          </a:prstGeom>
          <a:noFill/>
          <a:ln w="28575" cap="flat" cmpd="sng">
            <a:solidFill>
              <a:schemeClr val="accent4"/>
            </a:solidFill>
            <a:prstDash val="solid"/>
            <a:round/>
            <a:headEnd type="none" w="med" len="med"/>
            <a:tailEnd type="none" w="med" len="med"/>
          </a:ln>
        </p:spPr>
      </p:cxnSp>
      <p:grpSp>
        <p:nvGrpSpPr>
          <p:cNvPr id="1632" name="Google Shape;1632;p40"/>
          <p:cNvGrpSpPr/>
          <p:nvPr/>
        </p:nvGrpSpPr>
        <p:grpSpPr>
          <a:xfrm rot="-5400000">
            <a:off x="665620" y="3611830"/>
            <a:ext cx="877851" cy="2209091"/>
            <a:chOff x="-26858" y="-227337"/>
            <a:chExt cx="1093215" cy="2757917"/>
          </a:xfrm>
        </p:grpSpPr>
        <p:sp>
          <p:nvSpPr>
            <p:cNvPr id="1633" name="Google Shape;1633;p40"/>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0"/>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0"/>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0"/>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0"/>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0"/>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0"/>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0"/>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0"/>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0"/>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0"/>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0"/>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0"/>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0"/>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0"/>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0"/>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0"/>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0"/>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0"/>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55" name="Google Shape;1655;p40"/>
          <p:cNvSpPr txBox="1">
            <a:spLocks noGrp="1"/>
          </p:cNvSpPr>
          <p:nvPr>
            <p:ph type="subTitle" idx="1"/>
          </p:nvPr>
        </p:nvSpPr>
        <p:spPr>
          <a:xfrm>
            <a:off x="1399032" y="1645362"/>
            <a:ext cx="1481400" cy="393300"/>
          </a:xfrm>
          <a:prstGeom prst="rect">
            <a:avLst/>
          </a:prstGeom>
        </p:spPr>
        <p:txBody>
          <a:bodyPr spcFirstLastPara="1" wrap="square" lIns="91425" tIns="91425" rIns="91425" bIns="91425" anchor="b" anchorCtr="0">
            <a:noAutofit/>
          </a:bodyPr>
          <a:lstStyle>
            <a:lvl1pPr lvl="0" algn="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656" name="Google Shape;1656;p40"/>
          <p:cNvSpPr txBox="1">
            <a:spLocks noGrp="1"/>
          </p:cNvSpPr>
          <p:nvPr>
            <p:ph type="subTitle" idx="2"/>
          </p:nvPr>
        </p:nvSpPr>
        <p:spPr>
          <a:xfrm>
            <a:off x="713232" y="1884838"/>
            <a:ext cx="2167200" cy="576000"/>
          </a:xfrm>
          <a:prstGeom prst="rect">
            <a:avLst/>
          </a:prstGeom>
        </p:spPr>
        <p:txBody>
          <a:bodyPr spcFirstLastPara="1" wrap="square" lIns="91425" tIns="91425" rIns="91425" bIns="91425" anchor="t" anchorCtr="0">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1600"/>
              </a:spcBef>
              <a:spcAft>
                <a:spcPts val="0"/>
              </a:spcAft>
              <a:buSzPts val="1400"/>
              <a:buNone/>
              <a:defRPr/>
            </a:lvl3pPr>
            <a:lvl4pPr lvl="3" algn="r">
              <a:spcBef>
                <a:spcPts val="1600"/>
              </a:spcBef>
              <a:spcAft>
                <a:spcPts val="0"/>
              </a:spcAft>
              <a:buSzPts val="1400"/>
              <a:buNone/>
              <a:defRPr/>
            </a:lvl4pPr>
            <a:lvl5pPr lvl="4" algn="r">
              <a:spcBef>
                <a:spcPts val="1600"/>
              </a:spcBef>
              <a:spcAft>
                <a:spcPts val="0"/>
              </a:spcAft>
              <a:buSzPts val="1400"/>
              <a:buNone/>
              <a:defRPr/>
            </a:lvl5pPr>
            <a:lvl6pPr lvl="5" algn="r">
              <a:spcBef>
                <a:spcPts val="1600"/>
              </a:spcBef>
              <a:spcAft>
                <a:spcPts val="0"/>
              </a:spcAft>
              <a:buSzPts val="1400"/>
              <a:buNone/>
              <a:defRPr/>
            </a:lvl6pPr>
            <a:lvl7pPr lvl="6" algn="r">
              <a:spcBef>
                <a:spcPts val="1600"/>
              </a:spcBef>
              <a:spcAft>
                <a:spcPts val="0"/>
              </a:spcAft>
              <a:buSzPts val="1400"/>
              <a:buNone/>
              <a:defRPr/>
            </a:lvl7pPr>
            <a:lvl8pPr lvl="7" algn="r">
              <a:spcBef>
                <a:spcPts val="1600"/>
              </a:spcBef>
              <a:spcAft>
                <a:spcPts val="0"/>
              </a:spcAft>
              <a:buSzPts val="1400"/>
              <a:buNone/>
              <a:defRPr/>
            </a:lvl8pPr>
            <a:lvl9pPr lvl="8" algn="r">
              <a:spcBef>
                <a:spcPts val="1600"/>
              </a:spcBef>
              <a:spcAft>
                <a:spcPts val="1600"/>
              </a:spcAft>
              <a:buSzPts val="1400"/>
              <a:buNone/>
              <a:defRPr/>
            </a:lvl9pPr>
          </a:lstStyle>
          <a:p>
            <a:endParaRPr/>
          </a:p>
        </p:txBody>
      </p:sp>
      <p:sp>
        <p:nvSpPr>
          <p:cNvPr id="1657" name="Google Shape;1657;p40"/>
          <p:cNvSpPr txBox="1">
            <a:spLocks noGrp="1"/>
          </p:cNvSpPr>
          <p:nvPr>
            <p:ph type="subTitle" idx="3"/>
          </p:nvPr>
        </p:nvSpPr>
        <p:spPr>
          <a:xfrm>
            <a:off x="1399032" y="3044394"/>
            <a:ext cx="1481400" cy="393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658" name="Google Shape;1658;p40"/>
          <p:cNvSpPr txBox="1">
            <a:spLocks noGrp="1"/>
          </p:cNvSpPr>
          <p:nvPr>
            <p:ph type="subTitle" idx="4"/>
          </p:nvPr>
        </p:nvSpPr>
        <p:spPr>
          <a:xfrm>
            <a:off x="713232" y="3283870"/>
            <a:ext cx="2167200" cy="57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r" rtl="0">
              <a:spcBef>
                <a:spcPts val="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1659" name="Google Shape;1659;p40"/>
          <p:cNvSpPr txBox="1">
            <a:spLocks noGrp="1"/>
          </p:cNvSpPr>
          <p:nvPr>
            <p:ph type="subTitle" idx="5"/>
          </p:nvPr>
        </p:nvSpPr>
        <p:spPr>
          <a:xfrm>
            <a:off x="6263640" y="1645362"/>
            <a:ext cx="1481400" cy="3933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660" name="Google Shape;1660;p40"/>
          <p:cNvSpPr txBox="1">
            <a:spLocks noGrp="1"/>
          </p:cNvSpPr>
          <p:nvPr>
            <p:ph type="subTitle" idx="6"/>
          </p:nvPr>
        </p:nvSpPr>
        <p:spPr>
          <a:xfrm>
            <a:off x="6263640" y="1884838"/>
            <a:ext cx="2167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661" name="Google Shape;1661;p40"/>
          <p:cNvSpPr txBox="1">
            <a:spLocks noGrp="1"/>
          </p:cNvSpPr>
          <p:nvPr>
            <p:ph type="subTitle" idx="7"/>
          </p:nvPr>
        </p:nvSpPr>
        <p:spPr>
          <a:xfrm>
            <a:off x="6263640" y="3044394"/>
            <a:ext cx="1481400" cy="3933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662" name="Google Shape;1662;p40"/>
          <p:cNvSpPr txBox="1">
            <a:spLocks noGrp="1"/>
          </p:cNvSpPr>
          <p:nvPr>
            <p:ph type="subTitle" idx="8"/>
          </p:nvPr>
        </p:nvSpPr>
        <p:spPr>
          <a:xfrm>
            <a:off x="6263640" y="3283870"/>
            <a:ext cx="2167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four columns 1">
  <p:cSld name="TITLE_ONLY_1_2">
    <p:spTree>
      <p:nvGrpSpPr>
        <p:cNvPr id="1" name="Shape 1663"/>
        <p:cNvGrpSpPr/>
        <p:nvPr/>
      </p:nvGrpSpPr>
      <p:grpSpPr>
        <a:xfrm>
          <a:off x="0" y="0"/>
          <a:ext cx="0" cy="0"/>
          <a:chOff x="0" y="0"/>
          <a:chExt cx="0" cy="0"/>
        </a:xfrm>
      </p:grpSpPr>
      <p:sp>
        <p:nvSpPr>
          <p:cNvPr id="1664" name="Google Shape;1664;p41"/>
          <p:cNvSpPr txBox="1">
            <a:spLocks noGrp="1"/>
          </p:cNvSpPr>
          <p:nvPr>
            <p:ph type="subTitle" idx="1"/>
          </p:nvPr>
        </p:nvSpPr>
        <p:spPr>
          <a:xfrm>
            <a:off x="1399032" y="1521000"/>
            <a:ext cx="1481400" cy="393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665" name="Google Shape;1665;p41"/>
          <p:cNvSpPr txBox="1">
            <a:spLocks noGrp="1"/>
          </p:cNvSpPr>
          <p:nvPr>
            <p:ph type="subTitle" idx="2"/>
          </p:nvPr>
        </p:nvSpPr>
        <p:spPr>
          <a:xfrm>
            <a:off x="713232" y="1792272"/>
            <a:ext cx="2167200" cy="57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r" rtl="0">
              <a:spcBef>
                <a:spcPts val="160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1666" name="Google Shape;1666;p41"/>
          <p:cNvSpPr txBox="1">
            <a:spLocks noGrp="1"/>
          </p:cNvSpPr>
          <p:nvPr>
            <p:ph type="subTitle" idx="3"/>
          </p:nvPr>
        </p:nvSpPr>
        <p:spPr>
          <a:xfrm>
            <a:off x="1399032" y="3188256"/>
            <a:ext cx="1481400" cy="393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667" name="Google Shape;1667;p41"/>
          <p:cNvSpPr txBox="1">
            <a:spLocks noGrp="1"/>
          </p:cNvSpPr>
          <p:nvPr>
            <p:ph type="subTitle" idx="4"/>
          </p:nvPr>
        </p:nvSpPr>
        <p:spPr>
          <a:xfrm>
            <a:off x="713232" y="3459528"/>
            <a:ext cx="2167200" cy="57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r" rtl="0">
              <a:spcBef>
                <a:spcPts val="160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1668" name="Google Shape;1668;p41"/>
          <p:cNvSpPr txBox="1">
            <a:spLocks noGrp="1"/>
          </p:cNvSpPr>
          <p:nvPr>
            <p:ph type="subTitle" idx="5"/>
          </p:nvPr>
        </p:nvSpPr>
        <p:spPr>
          <a:xfrm>
            <a:off x="6263640" y="1521000"/>
            <a:ext cx="1481400" cy="3933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669" name="Google Shape;1669;p41"/>
          <p:cNvSpPr txBox="1">
            <a:spLocks noGrp="1"/>
          </p:cNvSpPr>
          <p:nvPr>
            <p:ph type="subTitle" idx="6"/>
          </p:nvPr>
        </p:nvSpPr>
        <p:spPr>
          <a:xfrm>
            <a:off x="6263640" y="1792272"/>
            <a:ext cx="2167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670" name="Google Shape;1670;p41"/>
          <p:cNvSpPr txBox="1">
            <a:spLocks noGrp="1"/>
          </p:cNvSpPr>
          <p:nvPr>
            <p:ph type="subTitle" idx="7"/>
          </p:nvPr>
        </p:nvSpPr>
        <p:spPr>
          <a:xfrm>
            <a:off x="6263640" y="3188256"/>
            <a:ext cx="1481400" cy="3933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671" name="Google Shape;1671;p41"/>
          <p:cNvSpPr txBox="1">
            <a:spLocks noGrp="1"/>
          </p:cNvSpPr>
          <p:nvPr>
            <p:ph type="subTitle" idx="8"/>
          </p:nvPr>
        </p:nvSpPr>
        <p:spPr>
          <a:xfrm>
            <a:off x="6263640" y="3459528"/>
            <a:ext cx="2167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672" name="Google Shape;1672;p41"/>
          <p:cNvSpPr txBox="1">
            <a:spLocks noGrp="1"/>
          </p:cNvSpPr>
          <p:nvPr>
            <p:ph type="ctrTitle"/>
          </p:nvPr>
        </p:nvSpPr>
        <p:spPr>
          <a:xfrm flipH="1">
            <a:off x="770700" y="468450"/>
            <a:ext cx="3801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673" name="Google Shape;1673;p41"/>
          <p:cNvCxnSpPr/>
          <p:nvPr/>
        </p:nvCxnSpPr>
        <p:spPr>
          <a:xfrm>
            <a:off x="498025" y="-63925"/>
            <a:ext cx="0" cy="1124100"/>
          </a:xfrm>
          <a:prstGeom prst="straightConnector1">
            <a:avLst/>
          </a:prstGeom>
          <a:noFill/>
          <a:ln w="28575" cap="flat" cmpd="sng">
            <a:solidFill>
              <a:schemeClr val="lt2"/>
            </a:solidFill>
            <a:prstDash val="solid"/>
            <a:round/>
            <a:headEnd type="none" w="med" len="med"/>
            <a:tailEnd type="none" w="med" len="med"/>
          </a:ln>
        </p:spPr>
      </p:cxnSp>
      <p:grpSp>
        <p:nvGrpSpPr>
          <p:cNvPr id="1674" name="Google Shape;1674;p41"/>
          <p:cNvGrpSpPr/>
          <p:nvPr/>
        </p:nvGrpSpPr>
        <p:grpSpPr>
          <a:xfrm rot="5400000" flipH="1">
            <a:off x="7613820" y="3611830"/>
            <a:ext cx="877851" cy="2209091"/>
            <a:chOff x="-26858" y="-227337"/>
            <a:chExt cx="1093215" cy="2757917"/>
          </a:xfrm>
        </p:grpSpPr>
        <p:sp>
          <p:nvSpPr>
            <p:cNvPr id="1675" name="Google Shape;1675;p41"/>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41"/>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1"/>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41"/>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41"/>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1"/>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1"/>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1"/>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1"/>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1"/>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1"/>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1"/>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1"/>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1"/>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1"/>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41"/>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1"/>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1"/>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1"/>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four columns 2">
  <p:cSld name="TITLE_ONLY_1_1">
    <p:spTree>
      <p:nvGrpSpPr>
        <p:cNvPr id="1" name="Shape 1697"/>
        <p:cNvGrpSpPr/>
        <p:nvPr/>
      </p:nvGrpSpPr>
      <p:grpSpPr>
        <a:xfrm>
          <a:off x="0" y="0"/>
          <a:ext cx="0" cy="0"/>
          <a:chOff x="0" y="0"/>
          <a:chExt cx="0" cy="0"/>
        </a:xfrm>
      </p:grpSpPr>
      <p:sp>
        <p:nvSpPr>
          <p:cNvPr id="1698" name="Google Shape;1698;p42"/>
          <p:cNvSpPr txBox="1">
            <a:spLocks noGrp="1"/>
          </p:cNvSpPr>
          <p:nvPr>
            <p:ph type="ctrTitle"/>
          </p:nvPr>
        </p:nvSpPr>
        <p:spPr>
          <a:xfrm>
            <a:off x="4572001" y="468450"/>
            <a:ext cx="37899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r" rtl="0">
              <a:spcBef>
                <a:spcPts val="0"/>
              </a:spcBef>
              <a:spcAft>
                <a:spcPts val="0"/>
              </a:spcAft>
              <a:buSzPts val="1600"/>
              <a:buNone/>
              <a:defRPr sz="1600"/>
            </a:lvl2pPr>
            <a:lvl3pPr lvl="2" algn="r" rtl="0">
              <a:spcBef>
                <a:spcPts val="0"/>
              </a:spcBef>
              <a:spcAft>
                <a:spcPts val="0"/>
              </a:spcAft>
              <a:buSzPts val="1600"/>
              <a:buNone/>
              <a:defRPr sz="1600"/>
            </a:lvl3pPr>
            <a:lvl4pPr lvl="3" algn="r" rtl="0">
              <a:spcBef>
                <a:spcPts val="0"/>
              </a:spcBef>
              <a:spcAft>
                <a:spcPts val="0"/>
              </a:spcAft>
              <a:buSzPts val="1600"/>
              <a:buNone/>
              <a:defRPr sz="1600"/>
            </a:lvl4pPr>
            <a:lvl5pPr lvl="4" algn="r" rtl="0">
              <a:spcBef>
                <a:spcPts val="0"/>
              </a:spcBef>
              <a:spcAft>
                <a:spcPts val="0"/>
              </a:spcAft>
              <a:buSzPts val="1600"/>
              <a:buNone/>
              <a:defRPr sz="1600"/>
            </a:lvl5pPr>
            <a:lvl6pPr lvl="5" algn="r" rtl="0">
              <a:spcBef>
                <a:spcPts val="0"/>
              </a:spcBef>
              <a:spcAft>
                <a:spcPts val="0"/>
              </a:spcAft>
              <a:buSzPts val="1600"/>
              <a:buNone/>
              <a:defRPr sz="1600"/>
            </a:lvl6pPr>
            <a:lvl7pPr lvl="6" algn="r" rtl="0">
              <a:spcBef>
                <a:spcPts val="0"/>
              </a:spcBef>
              <a:spcAft>
                <a:spcPts val="0"/>
              </a:spcAft>
              <a:buSzPts val="1600"/>
              <a:buNone/>
              <a:defRPr sz="1600"/>
            </a:lvl7pPr>
            <a:lvl8pPr lvl="7" algn="r" rtl="0">
              <a:spcBef>
                <a:spcPts val="0"/>
              </a:spcBef>
              <a:spcAft>
                <a:spcPts val="0"/>
              </a:spcAft>
              <a:buSzPts val="1600"/>
              <a:buNone/>
              <a:defRPr sz="1600"/>
            </a:lvl8pPr>
            <a:lvl9pPr lvl="8" algn="r" rtl="0">
              <a:spcBef>
                <a:spcPts val="0"/>
              </a:spcBef>
              <a:spcAft>
                <a:spcPts val="0"/>
              </a:spcAft>
              <a:buSzPts val="1600"/>
              <a:buNone/>
              <a:defRPr sz="1600"/>
            </a:lvl9pPr>
          </a:lstStyle>
          <a:p>
            <a:endParaRPr/>
          </a:p>
        </p:txBody>
      </p:sp>
      <p:cxnSp>
        <p:nvCxnSpPr>
          <p:cNvPr id="1699" name="Google Shape;1699;p42"/>
          <p:cNvCxnSpPr/>
          <p:nvPr/>
        </p:nvCxnSpPr>
        <p:spPr>
          <a:xfrm>
            <a:off x="8634675" y="-1604650"/>
            <a:ext cx="0" cy="2664900"/>
          </a:xfrm>
          <a:prstGeom prst="straightConnector1">
            <a:avLst/>
          </a:prstGeom>
          <a:noFill/>
          <a:ln w="28575" cap="flat" cmpd="sng">
            <a:solidFill>
              <a:schemeClr val="accent4"/>
            </a:solidFill>
            <a:prstDash val="solid"/>
            <a:round/>
            <a:headEnd type="none" w="med" len="med"/>
            <a:tailEnd type="none" w="med" len="med"/>
          </a:ln>
        </p:spPr>
      </p:cxnSp>
      <p:grpSp>
        <p:nvGrpSpPr>
          <p:cNvPr id="1700" name="Google Shape;1700;p42"/>
          <p:cNvGrpSpPr/>
          <p:nvPr/>
        </p:nvGrpSpPr>
        <p:grpSpPr>
          <a:xfrm rot="-5400000">
            <a:off x="665620" y="3611830"/>
            <a:ext cx="877851" cy="2209091"/>
            <a:chOff x="-26858" y="-227337"/>
            <a:chExt cx="1093215" cy="2757917"/>
          </a:xfrm>
        </p:grpSpPr>
        <p:sp>
          <p:nvSpPr>
            <p:cNvPr id="1701" name="Google Shape;1701;p42"/>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2"/>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2"/>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42"/>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2"/>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2"/>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2"/>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42"/>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2"/>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2"/>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2"/>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2"/>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2"/>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2"/>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2"/>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2"/>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2"/>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2"/>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2"/>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2"/>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2"/>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2"/>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3" name="Google Shape;1723;p42"/>
          <p:cNvSpPr txBox="1">
            <a:spLocks noGrp="1"/>
          </p:cNvSpPr>
          <p:nvPr>
            <p:ph type="subTitle" idx="1"/>
          </p:nvPr>
        </p:nvSpPr>
        <p:spPr>
          <a:xfrm>
            <a:off x="1892808" y="1420992"/>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24" name="Google Shape;1724;p42"/>
          <p:cNvSpPr txBox="1">
            <a:spLocks noGrp="1"/>
          </p:cNvSpPr>
          <p:nvPr>
            <p:ph type="subTitle" idx="2"/>
          </p:nvPr>
        </p:nvSpPr>
        <p:spPr>
          <a:xfrm>
            <a:off x="1892808" y="1987920"/>
            <a:ext cx="2313300" cy="438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25" name="Google Shape;1725;p42"/>
          <p:cNvSpPr txBox="1">
            <a:spLocks noGrp="1"/>
          </p:cNvSpPr>
          <p:nvPr>
            <p:ph type="subTitle" idx="3"/>
          </p:nvPr>
        </p:nvSpPr>
        <p:spPr>
          <a:xfrm>
            <a:off x="1892808" y="2976347"/>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26" name="Google Shape;1726;p42"/>
          <p:cNvSpPr txBox="1">
            <a:spLocks noGrp="1"/>
          </p:cNvSpPr>
          <p:nvPr>
            <p:ph type="subTitle" idx="4"/>
          </p:nvPr>
        </p:nvSpPr>
        <p:spPr>
          <a:xfrm>
            <a:off x="1892808" y="3543275"/>
            <a:ext cx="2313300" cy="438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27" name="Google Shape;1727;p42"/>
          <p:cNvSpPr txBox="1">
            <a:spLocks noGrp="1"/>
          </p:cNvSpPr>
          <p:nvPr>
            <p:ph type="subTitle" idx="5"/>
          </p:nvPr>
        </p:nvSpPr>
        <p:spPr>
          <a:xfrm>
            <a:off x="5980176" y="1420992"/>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28" name="Google Shape;1728;p42"/>
          <p:cNvSpPr txBox="1">
            <a:spLocks noGrp="1"/>
          </p:cNvSpPr>
          <p:nvPr>
            <p:ph type="subTitle" idx="6"/>
          </p:nvPr>
        </p:nvSpPr>
        <p:spPr>
          <a:xfrm>
            <a:off x="5980176" y="1987920"/>
            <a:ext cx="2313300" cy="438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29" name="Google Shape;1729;p42"/>
          <p:cNvSpPr txBox="1">
            <a:spLocks noGrp="1"/>
          </p:cNvSpPr>
          <p:nvPr>
            <p:ph type="subTitle" idx="7"/>
          </p:nvPr>
        </p:nvSpPr>
        <p:spPr>
          <a:xfrm>
            <a:off x="5980176" y="2976347"/>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30" name="Google Shape;1730;p42"/>
          <p:cNvSpPr txBox="1">
            <a:spLocks noGrp="1"/>
          </p:cNvSpPr>
          <p:nvPr>
            <p:ph type="subTitle" idx="8"/>
          </p:nvPr>
        </p:nvSpPr>
        <p:spPr>
          <a:xfrm>
            <a:off x="5980176" y="3543275"/>
            <a:ext cx="2313300" cy="438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four columns 3">
  <p:cSld name="TITLE_ONLY_2">
    <p:spTree>
      <p:nvGrpSpPr>
        <p:cNvPr id="1" name="Shape 1731"/>
        <p:cNvGrpSpPr/>
        <p:nvPr/>
      </p:nvGrpSpPr>
      <p:grpSpPr>
        <a:xfrm>
          <a:off x="0" y="0"/>
          <a:ext cx="0" cy="0"/>
          <a:chOff x="0" y="0"/>
          <a:chExt cx="0" cy="0"/>
        </a:xfrm>
      </p:grpSpPr>
      <p:sp>
        <p:nvSpPr>
          <p:cNvPr id="1732" name="Google Shape;1732;p43"/>
          <p:cNvSpPr txBox="1">
            <a:spLocks noGrp="1"/>
          </p:cNvSpPr>
          <p:nvPr>
            <p:ph type="ctrTitle"/>
          </p:nvPr>
        </p:nvSpPr>
        <p:spPr>
          <a:xfrm>
            <a:off x="4572001" y="468450"/>
            <a:ext cx="37899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r" rtl="0">
              <a:spcBef>
                <a:spcPts val="0"/>
              </a:spcBef>
              <a:spcAft>
                <a:spcPts val="0"/>
              </a:spcAft>
              <a:buSzPts val="1600"/>
              <a:buNone/>
              <a:defRPr sz="1600"/>
            </a:lvl2pPr>
            <a:lvl3pPr lvl="2" algn="r" rtl="0">
              <a:spcBef>
                <a:spcPts val="0"/>
              </a:spcBef>
              <a:spcAft>
                <a:spcPts val="0"/>
              </a:spcAft>
              <a:buSzPts val="1600"/>
              <a:buNone/>
              <a:defRPr sz="1600"/>
            </a:lvl3pPr>
            <a:lvl4pPr lvl="3" algn="r" rtl="0">
              <a:spcBef>
                <a:spcPts val="0"/>
              </a:spcBef>
              <a:spcAft>
                <a:spcPts val="0"/>
              </a:spcAft>
              <a:buSzPts val="1600"/>
              <a:buNone/>
              <a:defRPr sz="1600"/>
            </a:lvl4pPr>
            <a:lvl5pPr lvl="4" algn="r" rtl="0">
              <a:spcBef>
                <a:spcPts val="0"/>
              </a:spcBef>
              <a:spcAft>
                <a:spcPts val="0"/>
              </a:spcAft>
              <a:buSzPts val="1600"/>
              <a:buNone/>
              <a:defRPr sz="1600"/>
            </a:lvl5pPr>
            <a:lvl6pPr lvl="5" algn="r" rtl="0">
              <a:spcBef>
                <a:spcPts val="0"/>
              </a:spcBef>
              <a:spcAft>
                <a:spcPts val="0"/>
              </a:spcAft>
              <a:buSzPts val="1600"/>
              <a:buNone/>
              <a:defRPr sz="1600"/>
            </a:lvl6pPr>
            <a:lvl7pPr lvl="6" algn="r" rtl="0">
              <a:spcBef>
                <a:spcPts val="0"/>
              </a:spcBef>
              <a:spcAft>
                <a:spcPts val="0"/>
              </a:spcAft>
              <a:buSzPts val="1600"/>
              <a:buNone/>
              <a:defRPr sz="1600"/>
            </a:lvl7pPr>
            <a:lvl8pPr lvl="7" algn="r" rtl="0">
              <a:spcBef>
                <a:spcPts val="0"/>
              </a:spcBef>
              <a:spcAft>
                <a:spcPts val="0"/>
              </a:spcAft>
              <a:buSzPts val="1600"/>
              <a:buNone/>
              <a:defRPr sz="1600"/>
            </a:lvl8pPr>
            <a:lvl9pPr lvl="8" algn="r" rtl="0">
              <a:spcBef>
                <a:spcPts val="0"/>
              </a:spcBef>
              <a:spcAft>
                <a:spcPts val="0"/>
              </a:spcAft>
              <a:buSzPts val="1600"/>
              <a:buNone/>
              <a:defRPr sz="1600"/>
            </a:lvl9pPr>
          </a:lstStyle>
          <a:p>
            <a:endParaRPr/>
          </a:p>
        </p:txBody>
      </p:sp>
      <p:cxnSp>
        <p:nvCxnSpPr>
          <p:cNvPr id="1733" name="Google Shape;1733;p43"/>
          <p:cNvCxnSpPr/>
          <p:nvPr/>
        </p:nvCxnSpPr>
        <p:spPr>
          <a:xfrm>
            <a:off x="8634675" y="-1604650"/>
            <a:ext cx="0" cy="2664900"/>
          </a:xfrm>
          <a:prstGeom prst="straightConnector1">
            <a:avLst/>
          </a:prstGeom>
          <a:noFill/>
          <a:ln w="28575" cap="flat" cmpd="sng">
            <a:solidFill>
              <a:schemeClr val="accent4"/>
            </a:solidFill>
            <a:prstDash val="solid"/>
            <a:round/>
            <a:headEnd type="none" w="med" len="med"/>
            <a:tailEnd type="none" w="med" len="med"/>
          </a:ln>
        </p:spPr>
      </p:cxnSp>
      <p:grpSp>
        <p:nvGrpSpPr>
          <p:cNvPr id="1734" name="Google Shape;1734;p43"/>
          <p:cNvGrpSpPr/>
          <p:nvPr/>
        </p:nvGrpSpPr>
        <p:grpSpPr>
          <a:xfrm rot="-5400000">
            <a:off x="665620" y="3611830"/>
            <a:ext cx="877851" cy="2209091"/>
            <a:chOff x="-26858" y="-227337"/>
            <a:chExt cx="1093215" cy="2757917"/>
          </a:xfrm>
        </p:grpSpPr>
        <p:sp>
          <p:nvSpPr>
            <p:cNvPr id="1735" name="Google Shape;1735;p43"/>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3"/>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3"/>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3"/>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3"/>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3"/>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3"/>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3"/>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3"/>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3"/>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3"/>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3"/>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3"/>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3"/>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3"/>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3"/>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3"/>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3"/>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3"/>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57" name="Google Shape;1757;p43"/>
          <p:cNvSpPr txBox="1">
            <a:spLocks noGrp="1"/>
          </p:cNvSpPr>
          <p:nvPr>
            <p:ph type="subTitle" idx="1"/>
          </p:nvPr>
        </p:nvSpPr>
        <p:spPr>
          <a:xfrm>
            <a:off x="886968" y="1261872"/>
            <a:ext cx="1179600" cy="429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58" name="Google Shape;1758;p43"/>
          <p:cNvSpPr txBox="1">
            <a:spLocks noGrp="1"/>
          </p:cNvSpPr>
          <p:nvPr>
            <p:ph type="subTitle" idx="2"/>
          </p:nvPr>
        </p:nvSpPr>
        <p:spPr>
          <a:xfrm>
            <a:off x="749808" y="3255264"/>
            <a:ext cx="1453800" cy="75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59" name="Google Shape;1759;p43"/>
          <p:cNvSpPr txBox="1">
            <a:spLocks noGrp="1"/>
          </p:cNvSpPr>
          <p:nvPr>
            <p:ph type="subTitle" idx="3"/>
          </p:nvPr>
        </p:nvSpPr>
        <p:spPr>
          <a:xfrm>
            <a:off x="7077456" y="1261872"/>
            <a:ext cx="1179600" cy="429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60" name="Google Shape;1760;p43"/>
          <p:cNvSpPr txBox="1">
            <a:spLocks noGrp="1"/>
          </p:cNvSpPr>
          <p:nvPr>
            <p:ph type="subTitle" idx="4"/>
          </p:nvPr>
        </p:nvSpPr>
        <p:spPr>
          <a:xfrm>
            <a:off x="6940296" y="3255264"/>
            <a:ext cx="1453800" cy="75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61" name="Google Shape;1761;p43"/>
          <p:cNvSpPr txBox="1">
            <a:spLocks noGrp="1"/>
          </p:cNvSpPr>
          <p:nvPr>
            <p:ph type="subTitle" idx="5"/>
          </p:nvPr>
        </p:nvSpPr>
        <p:spPr>
          <a:xfrm>
            <a:off x="2950393" y="1261872"/>
            <a:ext cx="1179600" cy="429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62" name="Google Shape;1762;p43"/>
          <p:cNvSpPr txBox="1">
            <a:spLocks noGrp="1"/>
          </p:cNvSpPr>
          <p:nvPr>
            <p:ph type="subTitle" idx="6"/>
          </p:nvPr>
        </p:nvSpPr>
        <p:spPr>
          <a:xfrm>
            <a:off x="2813304" y="3255264"/>
            <a:ext cx="1453800" cy="75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63" name="Google Shape;1763;p43"/>
          <p:cNvSpPr txBox="1">
            <a:spLocks noGrp="1"/>
          </p:cNvSpPr>
          <p:nvPr>
            <p:ph type="subTitle" idx="7"/>
          </p:nvPr>
        </p:nvSpPr>
        <p:spPr>
          <a:xfrm>
            <a:off x="5013918" y="1261872"/>
            <a:ext cx="1179600" cy="429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64" name="Google Shape;1764;p43"/>
          <p:cNvSpPr txBox="1">
            <a:spLocks noGrp="1"/>
          </p:cNvSpPr>
          <p:nvPr>
            <p:ph type="subTitle" idx="8"/>
          </p:nvPr>
        </p:nvSpPr>
        <p:spPr>
          <a:xfrm>
            <a:off x="4876800" y="3255264"/>
            <a:ext cx="1453800" cy="75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six columns">
  <p:cSld name="TITLE_ONLY_1_1_1">
    <p:spTree>
      <p:nvGrpSpPr>
        <p:cNvPr id="1" name="Shape 1765"/>
        <p:cNvGrpSpPr/>
        <p:nvPr/>
      </p:nvGrpSpPr>
      <p:grpSpPr>
        <a:xfrm>
          <a:off x="0" y="0"/>
          <a:ext cx="0" cy="0"/>
          <a:chOff x="0" y="0"/>
          <a:chExt cx="0" cy="0"/>
        </a:xfrm>
      </p:grpSpPr>
      <p:sp>
        <p:nvSpPr>
          <p:cNvPr id="1766" name="Google Shape;1766;p44"/>
          <p:cNvSpPr txBox="1">
            <a:spLocks noGrp="1"/>
          </p:cNvSpPr>
          <p:nvPr>
            <p:ph type="ctrTitle"/>
          </p:nvPr>
        </p:nvSpPr>
        <p:spPr>
          <a:xfrm>
            <a:off x="4572001" y="468450"/>
            <a:ext cx="37899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r" rtl="0">
              <a:spcBef>
                <a:spcPts val="0"/>
              </a:spcBef>
              <a:spcAft>
                <a:spcPts val="0"/>
              </a:spcAft>
              <a:buSzPts val="1600"/>
              <a:buNone/>
              <a:defRPr sz="1600"/>
            </a:lvl2pPr>
            <a:lvl3pPr lvl="2" algn="r" rtl="0">
              <a:spcBef>
                <a:spcPts val="0"/>
              </a:spcBef>
              <a:spcAft>
                <a:spcPts val="0"/>
              </a:spcAft>
              <a:buSzPts val="1600"/>
              <a:buNone/>
              <a:defRPr sz="1600"/>
            </a:lvl3pPr>
            <a:lvl4pPr lvl="3" algn="r" rtl="0">
              <a:spcBef>
                <a:spcPts val="0"/>
              </a:spcBef>
              <a:spcAft>
                <a:spcPts val="0"/>
              </a:spcAft>
              <a:buSzPts val="1600"/>
              <a:buNone/>
              <a:defRPr sz="1600"/>
            </a:lvl4pPr>
            <a:lvl5pPr lvl="4" algn="r" rtl="0">
              <a:spcBef>
                <a:spcPts val="0"/>
              </a:spcBef>
              <a:spcAft>
                <a:spcPts val="0"/>
              </a:spcAft>
              <a:buSzPts val="1600"/>
              <a:buNone/>
              <a:defRPr sz="1600"/>
            </a:lvl5pPr>
            <a:lvl6pPr lvl="5" algn="r" rtl="0">
              <a:spcBef>
                <a:spcPts val="0"/>
              </a:spcBef>
              <a:spcAft>
                <a:spcPts val="0"/>
              </a:spcAft>
              <a:buSzPts val="1600"/>
              <a:buNone/>
              <a:defRPr sz="1600"/>
            </a:lvl6pPr>
            <a:lvl7pPr lvl="6" algn="r" rtl="0">
              <a:spcBef>
                <a:spcPts val="0"/>
              </a:spcBef>
              <a:spcAft>
                <a:spcPts val="0"/>
              </a:spcAft>
              <a:buSzPts val="1600"/>
              <a:buNone/>
              <a:defRPr sz="1600"/>
            </a:lvl7pPr>
            <a:lvl8pPr lvl="7" algn="r" rtl="0">
              <a:spcBef>
                <a:spcPts val="0"/>
              </a:spcBef>
              <a:spcAft>
                <a:spcPts val="0"/>
              </a:spcAft>
              <a:buSzPts val="1600"/>
              <a:buNone/>
              <a:defRPr sz="1600"/>
            </a:lvl8pPr>
            <a:lvl9pPr lvl="8" algn="r" rtl="0">
              <a:spcBef>
                <a:spcPts val="0"/>
              </a:spcBef>
              <a:spcAft>
                <a:spcPts val="0"/>
              </a:spcAft>
              <a:buSzPts val="1600"/>
              <a:buNone/>
              <a:defRPr sz="1600"/>
            </a:lvl9pPr>
          </a:lstStyle>
          <a:p>
            <a:endParaRPr/>
          </a:p>
        </p:txBody>
      </p:sp>
      <p:cxnSp>
        <p:nvCxnSpPr>
          <p:cNvPr id="1767" name="Google Shape;1767;p44"/>
          <p:cNvCxnSpPr/>
          <p:nvPr/>
        </p:nvCxnSpPr>
        <p:spPr>
          <a:xfrm>
            <a:off x="8634675" y="-1604650"/>
            <a:ext cx="0" cy="2664900"/>
          </a:xfrm>
          <a:prstGeom prst="straightConnector1">
            <a:avLst/>
          </a:prstGeom>
          <a:noFill/>
          <a:ln w="28575" cap="flat" cmpd="sng">
            <a:solidFill>
              <a:schemeClr val="accent4"/>
            </a:solidFill>
            <a:prstDash val="solid"/>
            <a:round/>
            <a:headEnd type="none" w="med" len="med"/>
            <a:tailEnd type="none" w="med" len="med"/>
          </a:ln>
        </p:spPr>
      </p:cxnSp>
      <p:grpSp>
        <p:nvGrpSpPr>
          <p:cNvPr id="1768" name="Google Shape;1768;p44"/>
          <p:cNvGrpSpPr/>
          <p:nvPr/>
        </p:nvGrpSpPr>
        <p:grpSpPr>
          <a:xfrm rot="-5400000">
            <a:off x="665620" y="3611830"/>
            <a:ext cx="877851" cy="2209091"/>
            <a:chOff x="-26858" y="-227337"/>
            <a:chExt cx="1093215" cy="2757917"/>
          </a:xfrm>
        </p:grpSpPr>
        <p:sp>
          <p:nvSpPr>
            <p:cNvPr id="1769" name="Google Shape;1769;p44"/>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4"/>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4"/>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4"/>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4"/>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4"/>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4"/>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4"/>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44"/>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4"/>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4"/>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4"/>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4"/>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4"/>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4"/>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4"/>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4"/>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4"/>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4"/>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1" name="Google Shape;1791;p44"/>
          <p:cNvSpPr txBox="1">
            <a:spLocks noGrp="1"/>
          </p:cNvSpPr>
          <p:nvPr>
            <p:ph type="subTitle" idx="1"/>
          </p:nvPr>
        </p:nvSpPr>
        <p:spPr>
          <a:xfrm>
            <a:off x="2064284" y="1271016"/>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92" name="Google Shape;1792;p44"/>
          <p:cNvSpPr txBox="1">
            <a:spLocks noGrp="1"/>
          </p:cNvSpPr>
          <p:nvPr>
            <p:ph type="subTitle" idx="2"/>
          </p:nvPr>
        </p:nvSpPr>
        <p:spPr>
          <a:xfrm>
            <a:off x="2064284" y="1591056"/>
            <a:ext cx="2176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93" name="Google Shape;1793;p44"/>
          <p:cNvSpPr txBox="1">
            <a:spLocks noGrp="1"/>
          </p:cNvSpPr>
          <p:nvPr>
            <p:ph type="subTitle" idx="3"/>
          </p:nvPr>
        </p:nvSpPr>
        <p:spPr>
          <a:xfrm>
            <a:off x="2064284" y="3447288"/>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94" name="Google Shape;1794;p44"/>
          <p:cNvSpPr txBox="1">
            <a:spLocks noGrp="1"/>
          </p:cNvSpPr>
          <p:nvPr>
            <p:ph type="subTitle" idx="4"/>
          </p:nvPr>
        </p:nvSpPr>
        <p:spPr>
          <a:xfrm>
            <a:off x="2064272" y="3758184"/>
            <a:ext cx="2176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95" name="Google Shape;1795;p44"/>
          <p:cNvSpPr txBox="1">
            <a:spLocks noGrp="1"/>
          </p:cNvSpPr>
          <p:nvPr>
            <p:ph type="subTitle" idx="5"/>
          </p:nvPr>
        </p:nvSpPr>
        <p:spPr>
          <a:xfrm>
            <a:off x="5833573" y="1271016"/>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96" name="Google Shape;1796;p44"/>
          <p:cNvSpPr txBox="1">
            <a:spLocks noGrp="1"/>
          </p:cNvSpPr>
          <p:nvPr>
            <p:ph type="subTitle" idx="6"/>
          </p:nvPr>
        </p:nvSpPr>
        <p:spPr>
          <a:xfrm>
            <a:off x="5833572" y="1591050"/>
            <a:ext cx="2176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97" name="Google Shape;1797;p44"/>
          <p:cNvSpPr txBox="1">
            <a:spLocks noGrp="1"/>
          </p:cNvSpPr>
          <p:nvPr>
            <p:ph type="subTitle" idx="7"/>
          </p:nvPr>
        </p:nvSpPr>
        <p:spPr>
          <a:xfrm>
            <a:off x="5833573" y="3447288"/>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98" name="Google Shape;1798;p44"/>
          <p:cNvSpPr txBox="1">
            <a:spLocks noGrp="1"/>
          </p:cNvSpPr>
          <p:nvPr>
            <p:ph type="subTitle" idx="8"/>
          </p:nvPr>
        </p:nvSpPr>
        <p:spPr>
          <a:xfrm>
            <a:off x="5833572" y="3758175"/>
            <a:ext cx="2176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799" name="Google Shape;1799;p44"/>
          <p:cNvSpPr txBox="1">
            <a:spLocks noGrp="1"/>
          </p:cNvSpPr>
          <p:nvPr>
            <p:ph type="subTitle" idx="9"/>
          </p:nvPr>
        </p:nvSpPr>
        <p:spPr>
          <a:xfrm>
            <a:off x="2064284" y="2359152"/>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00" name="Google Shape;1800;p44"/>
          <p:cNvSpPr txBox="1">
            <a:spLocks noGrp="1"/>
          </p:cNvSpPr>
          <p:nvPr>
            <p:ph type="subTitle" idx="13"/>
          </p:nvPr>
        </p:nvSpPr>
        <p:spPr>
          <a:xfrm>
            <a:off x="2064272" y="2660904"/>
            <a:ext cx="2176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01" name="Google Shape;1801;p44"/>
          <p:cNvSpPr txBox="1">
            <a:spLocks noGrp="1"/>
          </p:cNvSpPr>
          <p:nvPr>
            <p:ph type="subTitle" idx="14"/>
          </p:nvPr>
        </p:nvSpPr>
        <p:spPr>
          <a:xfrm>
            <a:off x="5833573" y="2359152"/>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02" name="Google Shape;1802;p44"/>
          <p:cNvSpPr txBox="1">
            <a:spLocks noGrp="1"/>
          </p:cNvSpPr>
          <p:nvPr>
            <p:ph type="subTitle" idx="15"/>
          </p:nvPr>
        </p:nvSpPr>
        <p:spPr>
          <a:xfrm>
            <a:off x="5833572" y="2660901"/>
            <a:ext cx="2176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six columns 1">
  <p:cSld name="TITLE_ONLY_1_1_1_1">
    <p:spTree>
      <p:nvGrpSpPr>
        <p:cNvPr id="1" name="Shape 1803"/>
        <p:cNvGrpSpPr/>
        <p:nvPr/>
      </p:nvGrpSpPr>
      <p:grpSpPr>
        <a:xfrm>
          <a:off x="0" y="0"/>
          <a:ext cx="0" cy="0"/>
          <a:chOff x="0" y="0"/>
          <a:chExt cx="0" cy="0"/>
        </a:xfrm>
      </p:grpSpPr>
      <p:sp>
        <p:nvSpPr>
          <p:cNvPr id="1804" name="Google Shape;1804;p45"/>
          <p:cNvSpPr txBox="1">
            <a:spLocks noGrp="1"/>
          </p:cNvSpPr>
          <p:nvPr>
            <p:ph type="ctrTitle"/>
          </p:nvPr>
        </p:nvSpPr>
        <p:spPr>
          <a:xfrm flipH="1">
            <a:off x="770700" y="468450"/>
            <a:ext cx="3801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805" name="Google Shape;1805;p45"/>
          <p:cNvCxnSpPr/>
          <p:nvPr/>
        </p:nvCxnSpPr>
        <p:spPr>
          <a:xfrm>
            <a:off x="498025" y="-63925"/>
            <a:ext cx="0" cy="1124100"/>
          </a:xfrm>
          <a:prstGeom prst="straightConnector1">
            <a:avLst/>
          </a:prstGeom>
          <a:noFill/>
          <a:ln w="28575" cap="flat" cmpd="sng">
            <a:solidFill>
              <a:schemeClr val="lt2"/>
            </a:solidFill>
            <a:prstDash val="solid"/>
            <a:round/>
            <a:headEnd type="none" w="med" len="med"/>
            <a:tailEnd type="none" w="med" len="med"/>
          </a:ln>
        </p:spPr>
      </p:cxnSp>
      <p:grpSp>
        <p:nvGrpSpPr>
          <p:cNvPr id="1806" name="Google Shape;1806;p45"/>
          <p:cNvGrpSpPr/>
          <p:nvPr/>
        </p:nvGrpSpPr>
        <p:grpSpPr>
          <a:xfrm rot="5400000" flipH="1">
            <a:off x="7613820" y="3611830"/>
            <a:ext cx="877851" cy="2209091"/>
            <a:chOff x="-26858" y="-227337"/>
            <a:chExt cx="1093215" cy="2757917"/>
          </a:xfrm>
        </p:grpSpPr>
        <p:sp>
          <p:nvSpPr>
            <p:cNvPr id="1807" name="Google Shape;1807;p45"/>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5"/>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45"/>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45"/>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5"/>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5"/>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5"/>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5"/>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5"/>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5"/>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45"/>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5"/>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5"/>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45"/>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45"/>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45"/>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5"/>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5"/>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45"/>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9" name="Google Shape;1829;p45"/>
          <p:cNvSpPr txBox="1">
            <a:spLocks noGrp="1"/>
          </p:cNvSpPr>
          <p:nvPr>
            <p:ph type="subTitle" idx="1"/>
          </p:nvPr>
        </p:nvSpPr>
        <p:spPr>
          <a:xfrm>
            <a:off x="1706834" y="1527205"/>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30" name="Google Shape;1830;p45"/>
          <p:cNvSpPr txBox="1">
            <a:spLocks noGrp="1"/>
          </p:cNvSpPr>
          <p:nvPr>
            <p:ph type="subTitle" idx="2"/>
          </p:nvPr>
        </p:nvSpPr>
        <p:spPr>
          <a:xfrm>
            <a:off x="1706830" y="1831051"/>
            <a:ext cx="1371600" cy="71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31" name="Google Shape;1831;p45"/>
          <p:cNvSpPr txBox="1">
            <a:spLocks noGrp="1"/>
          </p:cNvSpPr>
          <p:nvPr>
            <p:ph type="subTitle" idx="3"/>
          </p:nvPr>
        </p:nvSpPr>
        <p:spPr>
          <a:xfrm>
            <a:off x="4385072" y="2939280"/>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32" name="Google Shape;1832;p45"/>
          <p:cNvSpPr txBox="1">
            <a:spLocks noGrp="1"/>
          </p:cNvSpPr>
          <p:nvPr>
            <p:ph type="subTitle" idx="4"/>
          </p:nvPr>
        </p:nvSpPr>
        <p:spPr>
          <a:xfrm>
            <a:off x="4385072" y="3243110"/>
            <a:ext cx="1371600" cy="71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33" name="Google Shape;1833;p45"/>
          <p:cNvSpPr txBox="1">
            <a:spLocks noGrp="1"/>
          </p:cNvSpPr>
          <p:nvPr>
            <p:ph type="subTitle" idx="5"/>
          </p:nvPr>
        </p:nvSpPr>
        <p:spPr>
          <a:xfrm>
            <a:off x="4385072" y="1527205"/>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34" name="Google Shape;1834;p45"/>
          <p:cNvSpPr txBox="1">
            <a:spLocks noGrp="1"/>
          </p:cNvSpPr>
          <p:nvPr>
            <p:ph type="subTitle" idx="6"/>
          </p:nvPr>
        </p:nvSpPr>
        <p:spPr>
          <a:xfrm>
            <a:off x="4385072" y="1831051"/>
            <a:ext cx="1371600" cy="71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35" name="Google Shape;1835;p45"/>
          <p:cNvSpPr txBox="1">
            <a:spLocks noGrp="1"/>
          </p:cNvSpPr>
          <p:nvPr>
            <p:ph type="subTitle" idx="7"/>
          </p:nvPr>
        </p:nvSpPr>
        <p:spPr>
          <a:xfrm>
            <a:off x="7063323" y="2939280"/>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36" name="Google Shape;1836;p45"/>
          <p:cNvSpPr txBox="1">
            <a:spLocks noGrp="1"/>
          </p:cNvSpPr>
          <p:nvPr>
            <p:ph type="subTitle" idx="8"/>
          </p:nvPr>
        </p:nvSpPr>
        <p:spPr>
          <a:xfrm>
            <a:off x="7063322" y="3243110"/>
            <a:ext cx="1371600" cy="71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37" name="Google Shape;1837;p45"/>
          <p:cNvSpPr txBox="1">
            <a:spLocks noGrp="1"/>
          </p:cNvSpPr>
          <p:nvPr>
            <p:ph type="subTitle" idx="9"/>
          </p:nvPr>
        </p:nvSpPr>
        <p:spPr>
          <a:xfrm>
            <a:off x="1706834" y="2939280"/>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38" name="Google Shape;1838;p45"/>
          <p:cNvSpPr txBox="1">
            <a:spLocks noGrp="1"/>
          </p:cNvSpPr>
          <p:nvPr>
            <p:ph type="subTitle" idx="13"/>
          </p:nvPr>
        </p:nvSpPr>
        <p:spPr>
          <a:xfrm>
            <a:off x="1706822" y="3243110"/>
            <a:ext cx="1371600" cy="71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39" name="Google Shape;1839;p45"/>
          <p:cNvSpPr txBox="1">
            <a:spLocks noGrp="1"/>
          </p:cNvSpPr>
          <p:nvPr>
            <p:ph type="subTitle" idx="14"/>
          </p:nvPr>
        </p:nvSpPr>
        <p:spPr>
          <a:xfrm>
            <a:off x="7063323" y="1527205"/>
            <a:ext cx="1252800" cy="4299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840" name="Google Shape;1840;p45"/>
          <p:cNvSpPr txBox="1">
            <a:spLocks noGrp="1"/>
          </p:cNvSpPr>
          <p:nvPr>
            <p:ph type="subTitle" idx="15"/>
          </p:nvPr>
        </p:nvSpPr>
        <p:spPr>
          <a:xfrm>
            <a:off x="7063322" y="1831051"/>
            <a:ext cx="1371600" cy="71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ackground">
  <p:cSld name="BLANK_1">
    <p:bg>
      <p:bgPr>
        <a:solidFill>
          <a:schemeClr val="lt1"/>
        </a:solidFill>
        <a:effectLst/>
      </p:bgPr>
    </p:bg>
    <p:spTree>
      <p:nvGrpSpPr>
        <p:cNvPr id="1" name="Shape 1841"/>
        <p:cNvGrpSpPr/>
        <p:nvPr/>
      </p:nvGrpSpPr>
      <p:grpSpPr>
        <a:xfrm>
          <a:off x="0" y="0"/>
          <a:ext cx="0" cy="0"/>
          <a:chOff x="0" y="0"/>
          <a:chExt cx="0" cy="0"/>
        </a:xfrm>
      </p:grpSpPr>
      <p:grpSp>
        <p:nvGrpSpPr>
          <p:cNvPr id="1842" name="Google Shape;1842;p46"/>
          <p:cNvGrpSpPr/>
          <p:nvPr/>
        </p:nvGrpSpPr>
        <p:grpSpPr>
          <a:xfrm>
            <a:off x="7099200" y="2933725"/>
            <a:ext cx="2044793" cy="2209776"/>
            <a:chOff x="1384075" y="241450"/>
            <a:chExt cx="4822625" cy="5215425"/>
          </a:xfrm>
        </p:grpSpPr>
        <p:sp>
          <p:nvSpPr>
            <p:cNvPr id="1843" name="Google Shape;1843;p46"/>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6"/>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6"/>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6"/>
            <p:cNvSpPr/>
            <p:nvPr/>
          </p:nvSpPr>
          <p:spPr>
            <a:xfrm>
              <a:off x="4827375" y="1479000"/>
              <a:ext cx="691350" cy="795600"/>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6"/>
            <p:cNvSpPr/>
            <p:nvPr/>
          </p:nvSpPr>
          <p:spPr>
            <a:xfrm>
              <a:off x="4827375" y="1875125"/>
              <a:ext cx="691350" cy="1195050"/>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6"/>
            <p:cNvSpPr/>
            <p:nvPr/>
          </p:nvSpPr>
          <p:spPr>
            <a:xfrm>
              <a:off x="5518700" y="2274575"/>
              <a:ext cx="688000" cy="795600"/>
            </a:xfrm>
            <a:custGeom>
              <a:avLst/>
              <a:gdLst/>
              <a:ahLst/>
              <a:cxnLst/>
              <a:rect l="l" t="t" r="r" b="b"/>
              <a:pathLst>
                <a:path w="27520" h="31824" extrusionOk="0">
                  <a:moveTo>
                    <a:pt x="0" y="0"/>
                  </a:moveTo>
                  <a:lnTo>
                    <a:pt x="0" y="31823"/>
                  </a:lnTo>
                  <a:lnTo>
                    <a:pt x="27520" y="15978"/>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6"/>
            <p:cNvSpPr/>
            <p:nvPr/>
          </p:nvSpPr>
          <p:spPr>
            <a:xfrm>
              <a:off x="4827375" y="3865700"/>
              <a:ext cx="691350" cy="1195050"/>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6"/>
            <p:cNvSpPr/>
            <p:nvPr/>
          </p:nvSpPr>
          <p:spPr>
            <a:xfrm>
              <a:off x="4830700" y="4661275"/>
              <a:ext cx="688025" cy="795600"/>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6"/>
            <p:cNvSpPr/>
            <p:nvPr/>
          </p:nvSpPr>
          <p:spPr>
            <a:xfrm>
              <a:off x="5518700" y="3865700"/>
              <a:ext cx="688000" cy="795600"/>
            </a:xfrm>
            <a:custGeom>
              <a:avLst/>
              <a:gdLst/>
              <a:ahLst/>
              <a:cxnLst/>
              <a:rect l="l" t="t" r="r" b="b"/>
              <a:pathLst>
                <a:path w="27520" h="31824" extrusionOk="0">
                  <a:moveTo>
                    <a:pt x="0" y="1"/>
                  </a:moveTo>
                  <a:lnTo>
                    <a:pt x="0" y="31824"/>
                  </a:lnTo>
                  <a:lnTo>
                    <a:pt x="27520"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6"/>
            <p:cNvSpPr/>
            <p:nvPr/>
          </p:nvSpPr>
          <p:spPr>
            <a:xfrm>
              <a:off x="5518700" y="2670675"/>
              <a:ext cx="688000" cy="798950"/>
            </a:xfrm>
            <a:custGeom>
              <a:avLst/>
              <a:gdLst/>
              <a:ahLst/>
              <a:cxnLst/>
              <a:rect l="l" t="t" r="r" b="b"/>
              <a:pathLst>
                <a:path w="27520" h="31958" extrusionOk="0">
                  <a:moveTo>
                    <a:pt x="27520" y="1"/>
                  </a:moveTo>
                  <a:lnTo>
                    <a:pt x="0" y="15979"/>
                  </a:lnTo>
                  <a:lnTo>
                    <a:pt x="27520" y="31957"/>
                  </a:lnTo>
                  <a:lnTo>
                    <a:pt x="2752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6"/>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6"/>
            <p:cNvSpPr/>
            <p:nvPr/>
          </p:nvSpPr>
          <p:spPr>
            <a:xfrm>
              <a:off x="4827375" y="3070150"/>
              <a:ext cx="691350" cy="795575"/>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6"/>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6"/>
            <p:cNvSpPr/>
            <p:nvPr/>
          </p:nvSpPr>
          <p:spPr>
            <a:xfrm>
              <a:off x="4139375" y="2670675"/>
              <a:ext cx="688025" cy="798950"/>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6"/>
            <p:cNvSpPr/>
            <p:nvPr/>
          </p:nvSpPr>
          <p:spPr>
            <a:xfrm>
              <a:off x="4139375" y="3070150"/>
              <a:ext cx="688025" cy="795575"/>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6"/>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6"/>
            <p:cNvSpPr/>
            <p:nvPr/>
          </p:nvSpPr>
          <p:spPr>
            <a:xfrm>
              <a:off x="3451375" y="3070150"/>
              <a:ext cx="688025" cy="795575"/>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6"/>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6"/>
            <p:cNvSpPr/>
            <p:nvPr/>
          </p:nvSpPr>
          <p:spPr>
            <a:xfrm>
              <a:off x="3451375" y="1479000"/>
              <a:ext cx="688025" cy="795600"/>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6"/>
            <p:cNvSpPr/>
            <p:nvPr/>
          </p:nvSpPr>
          <p:spPr>
            <a:xfrm>
              <a:off x="3448050" y="1878450"/>
              <a:ext cx="694675" cy="1191725"/>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6"/>
            <p:cNvSpPr/>
            <p:nvPr/>
          </p:nvSpPr>
          <p:spPr>
            <a:xfrm>
              <a:off x="4139375" y="1878450"/>
              <a:ext cx="688025" cy="1191725"/>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6"/>
            <p:cNvSpPr/>
            <p:nvPr/>
          </p:nvSpPr>
          <p:spPr>
            <a:xfrm>
              <a:off x="4382875" y="241450"/>
              <a:ext cx="201000" cy="22935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6"/>
            <p:cNvSpPr/>
            <p:nvPr/>
          </p:nvSpPr>
          <p:spPr>
            <a:xfrm>
              <a:off x="4139375" y="682600"/>
              <a:ext cx="688025" cy="796425"/>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6"/>
            <p:cNvSpPr/>
            <p:nvPr/>
          </p:nvSpPr>
          <p:spPr>
            <a:xfrm>
              <a:off x="3451375" y="4661275"/>
              <a:ext cx="1376025" cy="795600"/>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6"/>
            <p:cNvSpPr/>
            <p:nvPr/>
          </p:nvSpPr>
          <p:spPr>
            <a:xfrm>
              <a:off x="4139375" y="3865700"/>
              <a:ext cx="688025" cy="1195050"/>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6"/>
            <p:cNvSpPr/>
            <p:nvPr/>
          </p:nvSpPr>
          <p:spPr>
            <a:xfrm>
              <a:off x="4139375" y="3469600"/>
              <a:ext cx="688025" cy="795575"/>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6"/>
            <p:cNvSpPr/>
            <p:nvPr/>
          </p:nvSpPr>
          <p:spPr>
            <a:xfrm>
              <a:off x="4827375" y="3469600"/>
              <a:ext cx="691350" cy="795575"/>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6"/>
            <p:cNvSpPr/>
            <p:nvPr/>
          </p:nvSpPr>
          <p:spPr>
            <a:xfrm>
              <a:off x="4827375" y="2670675"/>
              <a:ext cx="691350" cy="798950"/>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6"/>
            <p:cNvSpPr/>
            <p:nvPr/>
          </p:nvSpPr>
          <p:spPr>
            <a:xfrm>
              <a:off x="3451375" y="3469600"/>
              <a:ext cx="688025" cy="795575"/>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6"/>
            <p:cNvSpPr/>
            <p:nvPr/>
          </p:nvSpPr>
          <p:spPr>
            <a:xfrm>
              <a:off x="3451375" y="2670675"/>
              <a:ext cx="1376025" cy="1195050"/>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6"/>
            <p:cNvSpPr/>
            <p:nvPr/>
          </p:nvSpPr>
          <p:spPr>
            <a:xfrm>
              <a:off x="2760050" y="2670675"/>
              <a:ext cx="691350" cy="798950"/>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6"/>
            <p:cNvSpPr/>
            <p:nvPr/>
          </p:nvSpPr>
          <p:spPr>
            <a:xfrm>
              <a:off x="2760050" y="3070150"/>
              <a:ext cx="691350" cy="795575"/>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6"/>
            <p:cNvSpPr/>
            <p:nvPr/>
          </p:nvSpPr>
          <p:spPr>
            <a:xfrm>
              <a:off x="3451375" y="2670675"/>
              <a:ext cx="688025" cy="798950"/>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6"/>
            <p:cNvSpPr/>
            <p:nvPr/>
          </p:nvSpPr>
          <p:spPr>
            <a:xfrm>
              <a:off x="2072075" y="1479000"/>
              <a:ext cx="688000" cy="795600"/>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6"/>
            <p:cNvSpPr/>
            <p:nvPr/>
          </p:nvSpPr>
          <p:spPr>
            <a:xfrm>
              <a:off x="1967825" y="2486400"/>
              <a:ext cx="322750" cy="371950"/>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6"/>
            <p:cNvSpPr/>
            <p:nvPr/>
          </p:nvSpPr>
          <p:spPr>
            <a:xfrm>
              <a:off x="2065400" y="1412275"/>
              <a:ext cx="218500" cy="254375"/>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6"/>
            <p:cNvSpPr/>
            <p:nvPr/>
          </p:nvSpPr>
          <p:spPr>
            <a:xfrm>
              <a:off x="2760050" y="1878450"/>
              <a:ext cx="691350" cy="1191725"/>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6"/>
            <p:cNvSpPr/>
            <p:nvPr/>
          </p:nvSpPr>
          <p:spPr>
            <a:xfrm>
              <a:off x="2760050" y="1479000"/>
              <a:ext cx="691350" cy="795600"/>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6"/>
            <p:cNvSpPr/>
            <p:nvPr/>
          </p:nvSpPr>
          <p:spPr>
            <a:xfrm>
              <a:off x="2072075" y="3865700"/>
              <a:ext cx="688000" cy="795600"/>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6"/>
            <p:cNvSpPr/>
            <p:nvPr/>
          </p:nvSpPr>
          <p:spPr>
            <a:xfrm>
              <a:off x="1384075" y="4661275"/>
              <a:ext cx="688025" cy="795600"/>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6"/>
            <p:cNvSpPr/>
            <p:nvPr/>
          </p:nvSpPr>
          <p:spPr>
            <a:xfrm>
              <a:off x="2760050" y="3865700"/>
              <a:ext cx="691350" cy="1591175"/>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6"/>
            <p:cNvSpPr/>
            <p:nvPr/>
          </p:nvSpPr>
          <p:spPr>
            <a:xfrm>
              <a:off x="2760050" y="3469600"/>
              <a:ext cx="691350" cy="795575"/>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6"/>
            <p:cNvSpPr/>
            <p:nvPr/>
          </p:nvSpPr>
          <p:spPr>
            <a:xfrm>
              <a:off x="3448050" y="3469600"/>
              <a:ext cx="691350" cy="159115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46"/>
            <p:cNvSpPr/>
            <p:nvPr/>
          </p:nvSpPr>
          <p:spPr>
            <a:xfrm>
              <a:off x="2760050" y="2670675"/>
              <a:ext cx="1379350" cy="1195050"/>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7" name="Google Shape;1887;p46"/>
          <p:cNvGrpSpPr/>
          <p:nvPr/>
        </p:nvGrpSpPr>
        <p:grpSpPr>
          <a:xfrm>
            <a:off x="-76200" y="-76200"/>
            <a:ext cx="2286103" cy="2895537"/>
            <a:chOff x="-26858" y="-227337"/>
            <a:chExt cx="2186403" cy="2757917"/>
          </a:xfrm>
        </p:grpSpPr>
        <p:sp>
          <p:nvSpPr>
            <p:cNvPr id="1888" name="Google Shape;1888;p46"/>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46"/>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46"/>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46"/>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6"/>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6"/>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6"/>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6"/>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6"/>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4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6"/>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6"/>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6"/>
            <p:cNvSpPr/>
            <p:nvPr/>
          </p:nvSpPr>
          <p:spPr>
            <a:xfrm rot="10800000">
              <a:off x="702529" y="1455450"/>
              <a:ext cx="363828" cy="420713"/>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6"/>
            <p:cNvSpPr/>
            <p:nvPr/>
          </p:nvSpPr>
          <p:spPr>
            <a:xfrm rot="10800000">
              <a:off x="700771" y="1034750"/>
              <a:ext cx="367344" cy="630184"/>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6"/>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6"/>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6"/>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46"/>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6"/>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46"/>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46"/>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6"/>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6"/>
            <p:cNvSpPr/>
            <p:nvPr/>
          </p:nvSpPr>
          <p:spPr>
            <a:xfrm rot="10800000">
              <a:off x="702529" y="402834"/>
              <a:ext cx="363828" cy="420700"/>
            </a:xfrm>
            <a:custGeom>
              <a:avLst/>
              <a:gdLst/>
              <a:ahLst/>
              <a:cxnLst/>
              <a:rect l="l" t="t" r="r" b="b"/>
              <a:pathLst>
                <a:path w="27521" h="31823" extrusionOk="0">
                  <a:moveTo>
                    <a:pt x="1" y="0"/>
                  </a:moveTo>
                  <a:lnTo>
                    <a:pt x="1" y="31823"/>
                  </a:lnTo>
                  <a:lnTo>
                    <a:pt x="27521" y="15845"/>
                  </a:lnTo>
                  <a:lnTo>
                    <a:pt x="1"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6"/>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6"/>
            <p:cNvSpPr/>
            <p:nvPr/>
          </p:nvSpPr>
          <p:spPr>
            <a:xfrm rot="10800000">
              <a:off x="1066343" y="823521"/>
              <a:ext cx="365586" cy="422485"/>
            </a:xfrm>
            <a:custGeom>
              <a:avLst/>
              <a:gdLst/>
              <a:ahLst/>
              <a:cxnLst/>
              <a:rect l="l" t="t" r="r" b="b"/>
              <a:pathLst>
                <a:path w="27654" h="31958" extrusionOk="0">
                  <a:moveTo>
                    <a:pt x="27654" y="1"/>
                  </a:moveTo>
                  <a:lnTo>
                    <a:pt x="1" y="15979"/>
                  </a:lnTo>
                  <a:lnTo>
                    <a:pt x="27654" y="31957"/>
                  </a:lnTo>
                  <a:lnTo>
                    <a:pt x="27654"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6"/>
            <p:cNvSpPr/>
            <p:nvPr/>
          </p:nvSpPr>
          <p:spPr>
            <a:xfrm rot="10800000">
              <a:off x="1066343" y="614063"/>
              <a:ext cx="365586" cy="420700"/>
            </a:xfrm>
            <a:custGeom>
              <a:avLst/>
              <a:gdLst/>
              <a:ahLst/>
              <a:cxnLst/>
              <a:rect l="l" t="t" r="r" b="b"/>
              <a:pathLst>
                <a:path w="27654" h="31823" extrusionOk="0">
                  <a:moveTo>
                    <a:pt x="1" y="0"/>
                  </a:moveTo>
                  <a:lnTo>
                    <a:pt x="1" y="31823"/>
                  </a:lnTo>
                  <a:lnTo>
                    <a:pt x="27654" y="15978"/>
                  </a:lnTo>
                  <a:lnTo>
                    <a:pt x="1" y="0"/>
                  </a:lnTo>
                  <a:close/>
                </a:path>
              </a:pathLst>
            </a:custGeom>
            <a:solidFill>
              <a:srgbClr val="E3651D"/>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6"/>
            <p:cNvSpPr/>
            <p:nvPr/>
          </p:nvSpPr>
          <p:spPr>
            <a:xfrm rot="10800000">
              <a:off x="702529" y="823521"/>
              <a:ext cx="363828" cy="422485"/>
            </a:xfrm>
            <a:custGeom>
              <a:avLst/>
              <a:gdLst/>
              <a:ahLst/>
              <a:cxnLst/>
              <a:rect l="l" t="t" r="r" b="b"/>
              <a:pathLst>
                <a:path w="27521" h="31958" extrusionOk="0">
                  <a:moveTo>
                    <a:pt x="1" y="1"/>
                  </a:moveTo>
                  <a:lnTo>
                    <a:pt x="1" y="31957"/>
                  </a:lnTo>
                  <a:lnTo>
                    <a:pt x="27521" y="15979"/>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6"/>
            <p:cNvSpPr/>
            <p:nvPr/>
          </p:nvSpPr>
          <p:spPr>
            <a:xfrm rot="10800000">
              <a:off x="1431916" y="1455450"/>
              <a:ext cx="363814" cy="420713"/>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6"/>
            <p:cNvSpPr/>
            <p:nvPr/>
          </p:nvSpPr>
          <p:spPr>
            <a:xfrm rot="10800000">
              <a:off x="1680188" y="1146763"/>
              <a:ext cx="170670" cy="19668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6"/>
            <p:cNvSpPr/>
            <p:nvPr/>
          </p:nvSpPr>
          <p:spPr>
            <a:xfrm rot="10800000">
              <a:off x="1683717" y="1776934"/>
              <a:ext cx="115543" cy="134514"/>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6"/>
            <p:cNvSpPr/>
            <p:nvPr/>
          </p:nvSpPr>
          <p:spPr>
            <a:xfrm rot="10800000">
              <a:off x="1066343" y="1034750"/>
              <a:ext cx="365586" cy="630184"/>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6"/>
            <p:cNvSpPr/>
            <p:nvPr/>
          </p:nvSpPr>
          <p:spPr>
            <a:xfrm rot="10800000">
              <a:off x="1066343" y="1455450"/>
              <a:ext cx="365586" cy="420713"/>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6"/>
            <p:cNvSpPr/>
            <p:nvPr/>
          </p:nvSpPr>
          <p:spPr>
            <a:xfrm rot="10800000">
              <a:off x="1431916" y="193363"/>
              <a:ext cx="363814" cy="420713"/>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6"/>
            <p:cNvSpPr/>
            <p:nvPr/>
          </p:nvSpPr>
          <p:spPr>
            <a:xfrm rot="10800000">
              <a:off x="1795717" y="-227337"/>
              <a:ext cx="363828" cy="420713"/>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6"/>
            <p:cNvSpPr/>
            <p:nvPr/>
          </p:nvSpPr>
          <p:spPr>
            <a:xfrm rot="10800000">
              <a:off x="1066343" y="-227337"/>
              <a:ext cx="365586" cy="841413"/>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6"/>
            <p:cNvSpPr/>
            <p:nvPr/>
          </p:nvSpPr>
          <p:spPr>
            <a:xfrm rot="10800000">
              <a:off x="1066343" y="402834"/>
              <a:ext cx="365586" cy="420700"/>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6"/>
            <p:cNvSpPr/>
            <p:nvPr/>
          </p:nvSpPr>
          <p:spPr>
            <a:xfrm rot="10800000">
              <a:off x="702529" y="-17866"/>
              <a:ext cx="365586" cy="841400"/>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6"/>
            <p:cNvSpPr/>
            <p:nvPr/>
          </p:nvSpPr>
          <p:spPr>
            <a:xfrm rot="10800000">
              <a:off x="702529" y="614063"/>
              <a:ext cx="729400" cy="63194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ackground 1">
  <p:cSld name="BLANK_1_1">
    <p:bg>
      <p:bgPr>
        <a:solidFill>
          <a:schemeClr val="lt1"/>
        </a:solidFill>
        <a:effectLst/>
      </p:bgPr>
    </p:bg>
    <p:spTree>
      <p:nvGrpSpPr>
        <p:cNvPr id="1" name="Shape 1928"/>
        <p:cNvGrpSpPr/>
        <p:nvPr/>
      </p:nvGrpSpPr>
      <p:grpSpPr>
        <a:xfrm>
          <a:off x="0" y="0"/>
          <a:ext cx="0" cy="0"/>
          <a:chOff x="0" y="0"/>
          <a:chExt cx="0" cy="0"/>
        </a:xfrm>
      </p:grpSpPr>
      <p:grpSp>
        <p:nvGrpSpPr>
          <p:cNvPr id="1929" name="Google Shape;1929;p47"/>
          <p:cNvGrpSpPr/>
          <p:nvPr/>
        </p:nvGrpSpPr>
        <p:grpSpPr>
          <a:xfrm rot="5400000" flipH="1">
            <a:off x="7613820" y="3611830"/>
            <a:ext cx="877851" cy="2209091"/>
            <a:chOff x="-26858" y="-227337"/>
            <a:chExt cx="1093215" cy="2757917"/>
          </a:xfrm>
        </p:grpSpPr>
        <p:sp>
          <p:nvSpPr>
            <p:cNvPr id="1930" name="Google Shape;1930;p47"/>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7"/>
            <p:cNvSpPr/>
            <p:nvPr/>
          </p:nvSpPr>
          <p:spPr>
            <a:xfrm rot="10800000">
              <a:off x="-26858" y="1455450"/>
              <a:ext cx="365586" cy="420713"/>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7"/>
            <p:cNvSpPr/>
            <p:nvPr/>
          </p:nvSpPr>
          <p:spPr>
            <a:xfrm rot="10800000">
              <a:off x="-26858" y="1034750"/>
              <a:ext cx="365586" cy="63194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7"/>
            <p:cNvSpPr/>
            <p:nvPr/>
          </p:nvSpPr>
          <p:spPr>
            <a:xfrm rot="10800000">
              <a:off x="-26858" y="-17866"/>
              <a:ext cx="365586" cy="63194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7"/>
            <p:cNvSpPr/>
            <p:nvPr/>
          </p:nvSpPr>
          <p:spPr>
            <a:xfrm rot="10800000">
              <a:off x="-26858" y="-227337"/>
              <a:ext cx="363828" cy="420713"/>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7"/>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rgbClr val="00A6A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7"/>
            <p:cNvSpPr/>
            <p:nvPr/>
          </p:nvSpPr>
          <p:spPr>
            <a:xfrm rot="10800000">
              <a:off x="-26858" y="614063"/>
              <a:ext cx="365586" cy="420700"/>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7"/>
            <p:cNvSpPr/>
            <p:nvPr/>
          </p:nvSpPr>
          <p:spPr>
            <a:xfrm rot="10800000">
              <a:off x="338715" y="823521"/>
              <a:ext cx="363828" cy="422485"/>
            </a:xfrm>
            <a:custGeom>
              <a:avLst/>
              <a:gdLst/>
              <a:ahLst/>
              <a:cxnLst/>
              <a:rect l="l" t="t" r="r" b="b"/>
              <a:pathLst>
                <a:path w="27521" h="31958" extrusionOk="0">
                  <a:moveTo>
                    <a:pt x="27520" y="1"/>
                  </a:moveTo>
                  <a:lnTo>
                    <a:pt x="1" y="15979"/>
                  </a:lnTo>
                  <a:lnTo>
                    <a:pt x="27520" y="31957"/>
                  </a:lnTo>
                  <a:lnTo>
                    <a:pt x="2752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7"/>
            <p:cNvSpPr/>
            <p:nvPr/>
          </p:nvSpPr>
          <p:spPr>
            <a:xfrm rot="10800000">
              <a:off x="338715" y="614063"/>
              <a:ext cx="363828" cy="420700"/>
            </a:xfrm>
            <a:custGeom>
              <a:avLst/>
              <a:gdLst/>
              <a:ahLst/>
              <a:cxnLst/>
              <a:rect l="l" t="t" r="r" b="b"/>
              <a:pathLst>
                <a:path w="27521" h="31823" extrusionOk="0">
                  <a:moveTo>
                    <a:pt x="1" y="0"/>
                  </a:moveTo>
                  <a:lnTo>
                    <a:pt x="1" y="31823"/>
                  </a:lnTo>
                  <a:lnTo>
                    <a:pt x="27520" y="15978"/>
                  </a:lnTo>
                  <a:lnTo>
                    <a:pt x="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7"/>
            <p:cNvSpPr/>
            <p:nvPr/>
          </p:nvSpPr>
          <p:spPr>
            <a:xfrm rot="10800000">
              <a:off x="702529" y="614063"/>
              <a:ext cx="363828" cy="420700"/>
            </a:xfrm>
            <a:custGeom>
              <a:avLst/>
              <a:gdLst/>
              <a:ahLst/>
              <a:cxnLst/>
              <a:rect l="l" t="t" r="r" b="b"/>
              <a:pathLst>
                <a:path w="27521" h="31823" extrusionOk="0">
                  <a:moveTo>
                    <a:pt x="27521" y="0"/>
                  </a:moveTo>
                  <a:lnTo>
                    <a:pt x="1" y="15978"/>
                  </a:lnTo>
                  <a:lnTo>
                    <a:pt x="27521" y="31823"/>
                  </a:lnTo>
                  <a:lnTo>
                    <a:pt x="27521"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7"/>
            <p:cNvSpPr/>
            <p:nvPr/>
          </p:nvSpPr>
          <p:spPr>
            <a:xfrm rot="10800000">
              <a:off x="338715" y="1034750"/>
              <a:ext cx="363828" cy="630184"/>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7"/>
            <p:cNvSpPr/>
            <p:nvPr/>
          </p:nvSpPr>
          <p:spPr>
            <a:xfrm rot="10800000">
              <a:off x="467491" y="2409300"/>
              <a:ext cx="106289" cy="121280"/>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7"/>
            <p:cNvSpPr/>
            <p:nvPr/>
          </p:nvSpPr>
          <p:spPr>
            <a:xfrm rot="10800000">
              <a:off x="338715" y="1876150"/>
              <a:ext cx="363828" cy="421150"/>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7"/>
            <p:cNvSpPr/>
            <p:nvPr/>
          </p:nvSpPr>
          <p:spPr>
            <a:xfrm rot="10800000">
              <a:off x="338715" y="-227337"/>
              <a:ext cx="727642" cy="420713"/>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7"/>
            <p:cNvSpPr/>
            <p:nvPr/>
          </p:nvSpPr>
          <p:spPr>
            <a:xfrm rot="10800000">
              <a:off x="338715" y="-17866"/>
              <a:ext cx="363828" cy="63194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7"/>
            <p:cNvSpPr/>
            <p:nvPr/>
          </p:nvSpPr>
          <p:spPr>
            <a:xfrm rot="10800000">
              <a:off x="338715" y="402834"/>
              <a:ext cx="363828" cy="420700"/>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7"/>
            <p:cNvSpPr/>
            <p:nvPr/>
          </p:nvSpPr>
          <p:spPr>
            <a:xfrm rot="10800000">
              <a:off x="-26858" y="402834"/>
              <a:ext cx="365586" cy="420700"/>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7"/>
            <p:cNvSpPr/>
            <p:nvPr/>
          </p:nvSpPr>
          <p:spPr>
            <a:xfrm rot="10800000">
              <a:off x="-26858" y="823521"/>
              <a:ext cx="365586" cy="422485"/>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7"/>
            <p:cNvSpPr/>
            <p:nvPr/>
          </p:nvSpPr>
          <p:spPr>
            <a:xfrm rot="10800000">
              <a:off x="338715" y="614063"/>
              <a:ext cx="727642" cy="63194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nSpc>
                <a:spcPct val="80000"/>
              </a:lnSpc>
              <a:spcBef>
                <a:spcPts val="0"/>
              </a:spcBef>
              <a:spcAft>
                <a:spcPts val="0"/>
              </a:spcAft>
              <a:buClr>
                <a:schemeClr val="dk1"/>
              </a:buClr>
              <a:buSzPts val="2800"/>
              <a:buFont typeface="Barlow Condensed SemiBold"/>
              <a:buNone/>
              <a:defRPr sz="2800">
                <a:solidFill>
                  <a:schemeClr val="dk1"/>
                </a:solidFill>
                <a:latin typeface="Barlow Condensed SemiBold"/>
                <a:ea typeface="Barlow Condensed SemiBold"/>
                <a:cs typeface="Barlow Condensed SemiBold"/>
                <a:sym typeface="Barlow Condensed SemiBold"/>
              </a:defRPr>
            </a:lvl1pPr>
            <a:lvl2pPr lvl="1">
              <a:lnSpc>
                <a:spcPct val="80000"/>
              </a:lnSpc>
              <a:spcBef>
                <a:spcPts val="0"/>
              </a:spcBef>
              <a:spcAft>
                <a:spcPts val="0"/>
              </a:spcAft>
              <a:buClr>
                <a:schemeClr val="dk1"/>
              </a:buClr>
              <a:buSzPts val="2800"/>
              <a:buNone/>
              <a:defRPr sz="2800">
                <a:solidFill>
                  <a:schemeClr val="dk1"/>
                </a:solidFill>
              </a:defRPr>
            </a:lvl2pPr>
            <a:lvl3pPr lvl="2">
              <a:lnSpc>
                <a:spcPct val="80000"/>
              </a:lnSpc>
              <a:spcBef>
                <a:spcPts val="0"/>
              </a:spcBef>
              <a:spcAft>
                <a:spcPts val="0"/>
              </a:spcAft>
              <a:buClr>
                <a:schemeClr val="dk1"/>
              </a:buClr>
              <a:buSzPts val="2800"/>
              <a:buNone/>
              <a:defRPr sz="2800">
                <a:solidFill>
                  <a:schemeClr val="dk1"/>
                </a:solidFill>
              </a:defRPr>
            </a:lvl3pPr>
            <a:lvl4pPr lvl="3">
              <a:lnSpc>
                <a:spcPct val="80000"/>
              </a:lnSpc>
              <a:spcBef>
                <a:spcPts val="0"/>
              </a:spcBef>
              <a:spcAft>
                <a:spcPts val="0"/>
              </a:spcAft>
              <a:buClr>
                <a:schemeClr val="dk1"/>
              </a:buClr>
              <a:buSzPts val="2800"/>
              <a:buNone/>
              <a:defRPr sz="2800">
                <a:solidFill>
                  <a:schemeClr val="dk1"/>
                </a:solidFill>
              </a:defRPr>
            </a:lvl4pPr>
            <a:lvl5pPr lvl="4">
              <a:lnSpc>
                <a:spcPct val="80000"/>
              </a:lnSpc>
              <a:spcBef>
                <a:spcPts val="0"/>
              </a:spcBef>
              <a:spcAft>
                <a:spcPts val="0"/>
              </a:spcAft>
              <a:buClr>
                <a:schemeClr val="dk1"/>
              </a:buClr>
              <a:buSzPts val="2800"/>
              <a:buNone/>
              <a:defRPr sz="2800">
                <a:solidFill>
                  <a:schemeClr val="dk1"/>
                </a:solidFill>
              </a:defRPr>
            </a:lvl5pPr>
            <a:lvl6pPr lvl="5">
              <a:lnSpc>
                <a:spcPct val="80000"/>
              </a:lnSpc>
              <a:spcBef>
                <a:spcPts val="0"/>
              </a:spcBef>
              <a:spcAft>
                <a:spcPts val="0"/>
              </a:spcAft>
              <a:buClr>
                <a:schemeClr val="dk1"/>
              </a:buClr>
              <a:buSzPts val="2800"/>
              <a:buNone/>
              <a:defRPr sz="2800">
                <a:solidFill>
                  <a:schemeClr val="dk1"/>
                </a:solidFill>
              </a:defRPr>
            </a:lvl6pPr>
            <a:lvl7pPr lvl="6">
              <a:lnSpc>
                <a:spcPct val="80000"/>
              </a:lnSpc>
              <a:spcBef>
                <a:spcPts val="0"/>
              </a:spcBef>
              <a:spcAft>
                <a:spcPts val="0"/>
              </a:spcAft>
              <a:buClr>
                <a:schemeClr val="dk1"/>
              </a:buClr>
              <a:buSzPts val="2800"/>
              <a:buNone/>
              <a:defRPr sz="2800">
                <a:solidFill>
                  <a:schemeClr val="dk1"/>
                </a:solidFill>
              </a:defRPr>
            </a:lvl7pPr>
            <a:lvl8pPr lvl="7">
              <a:lnSpc>
                <a:spcPct val="80000"/>
              </a:lnSpc>
              <a:spcBef>
                <a:spcPts val="0"/>
              </a:spcBef>
              <a:spcAft>
                <a:spcPts val="0"/>
              </a:spcAft>
              <a:buClr>
                <a:schemeClr val="dk1"/>
              </a:buClr>
              <a:buSzPts val="2800"/>
              <a:buNone/>
              <a:defRPr sz="2800">
                <a:solidFill>
                  <a:schemeClr val="dk1"/>
                </a:solidFill>
              </a:defRPr>
            </a:lvl8pPr>
            <a:lvl9pPr lvl="8">
              <a:lnSpc>
                <a:spcPct val="80000"/>
              </a:lnSpc>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Arvo"/>
              <a:buChar char="●"/>
              <a:defRPr>
                <a:solidFill>
                  <a:schemeClr val="dk2"/>
                </a:solidFill>
                <a:latin typeface="Arvo"/>
                <a:ea typeface="Arvo"/>
                <a:cs typeface="Arvo"/>
                <a:sym typeface="Arvo"/>
              </a:defRPr>
            </a:lvl1pPr>
            <a:lvl2pPr marL="914400" lvl="1" indent="-3175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2pPr>
            <a:lvl3pPr marL="1371600" lvl="2" indent="-3175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3pPr>
            <a:lvl4pPr marL="1828800" lvl="3" indent="-3175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4pPr>
            <a:lvl5pPr marL="2286000" lvl="4" indent="-3175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5pPr>
            <a:lvl6pPr marL="2743200" lvl="5" indent="-3175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6pPr>
            <a:lvl7pPr marL="3200400" lvl="6" indent="-3175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7pPr>
            <a:lvl8pPr marL="3657600" lvl="7" indent="-3175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8pPr>
            <a:lvl9pPr marL="4114800" lvl="8" indent="-317500">
              <a:lnSpc>
                <a:spcPct val="100000"/>
              </a:lnSpc>
              <a:spcBef>
                <a:spcPts val="1600"/>
              </a:spcBef>
              <a:spcAft>
                <a:spcPts val="1600"/>
              </a:spcAft>
              <a:buClr>
                <a:schemeClr val="dk2"/>
              </a:buClr>
              <a:buSzPts val="1400"/>
              <a:buFont typeface="Arvo"/>
              <a:buChar char="■"/>
              <a:defRPr>
                <a:solidFill>
                  <a:schemeClr val="dk2"/>
                </a:solidFill>
                <a:latin typeface="Arvo"/>
                <a:ea typeface="Arvo"/>
                <a:cs typeface="Arvo"/>
                <a:sym typeface="Ar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55"/>
        <p:cNvGrpSpPr/>
        <p:nvPr/>
      </p:nvGrpSpPr>
      <p:grpSpPr>
        <a:xfrm>
          <a:off x="0" y="0"/>
          <a:ext cx="0" cy="0"/>
          <a:chOff x="0" y="0"/>
          <a:chExt cx="0" cy="0"/>
        </a:xfrm>
      </p:grpSpPr>
      <p:sp>
        <p:nvSpPr>
          <p:cNvPr id="1956" name="Google Shape;1956;p48"/>
          <p:cNvSpPr txBox="1">
            <a:spLocks noGrp="1"/>
          </p:cNvSpPr>
          <p:nvPr>
            <p:ph type="ctrTitle"/>
          </p:nvPr>
        </p:nvSpPr>
        <p:spPr>
          <a:xfrm>
            <a:off x="1670325" y="1327038"/>
            <a:ext cx="5297400" cy="2052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Resume → Real-Time Job Matching on HF</a:t>
            </a:r>
            <a:endParaRPr sz="1200" b="1">
              <a:solidFill>
                <a:srgbClr val="000000"/>
              </a:solidFill>
              <a:latin typeface="Arial"/>
              <a:ea typeface="Arial"/>
              <a:cs typeface="Arial"/>
              <a:sym typeface="Arial"/>
            </a:endParaRPr>
          </a:p>
          <a:p>
            <a:pPr marL="0" lvl="0" indent="0" algn="ctr" rtl="0">
              <a:spcBef>
                <a:spcPts val="0"/>
              </a:spcBef>
              <a:spcAft>
                <a:spcPts val="0"/>
              </a:spcAft>
              <a:buNone/>
            </a:pPr>
            <a:endParaRPr/>
          </a:p>
        </p:txBody>
      </p:sp>
      <p:sp>
        <p:nvSpPr>
          <p:cNvPr id="1957" name="Google Shape;1957;p48"/>
          <p:cNvSpPr txBox="1">
            <a:spLocks noGrp="1"/>
          </p:cNvSpPr>
          <p:nvPr>
            <p:ph type="subTitle" idx="1"/>
          </p:nvPr>
        </p:nvSpPr>
        <p:spPr>
          <a:xfrm>
            <a:off x="1767525" y="3296175"/>
            <a:ext cx="52584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500"/>
              <a:t>Liming Ye, Yuang Li, Yiran Tao, Renke Deng, Siyu Hu</a:t>
            </a:r>
            <a:endParaRPr sz="1500"/>
          </a:p>
          <a:p>
            <a:pPr marL="0" lvl="0" indent="0" algn="ctr" rtl="0">
              <a:spcBef>
                <a:spcPts val="0"/>
              </a:spcBef>
              <a:spcAft>
                <a:spcPts val="0"/>
              </a:spcAft>
              <a:buNone/>
            </a:pPr>
            <a:endParaRPr sz="1500"/>
          </a:p>
        </p:txBody>
      </p:sp>
      <p:sp>
        <p:nvSpPr>
          <p:cNvPr id="1958" name="Google Shape;1958;p48"/>
          <p:cNvSpPr/>
          <p:nvPr/>
        </p:nvSpPr>
        <p:spPr>
          <a:xfrm rot="10800000">
            <a:off x="-76200" y="1690558"/>
            <a:ext cx="382257" cy="441707"/>
          </a:xfrm>
          <a:custGeom>
            <a:avLst/>
            <a:gdLst/>
            <a:ahLst/>
            <a:cxnLst/>
            <a:rect l="l" t="t" r="r" b="b"/>
            <a:pathLst>
              <a:path w="27654" h="31824" extrusionOk="0">
                <a:moveTo>
                  <a:pt x="27653" y="1"/>
                </a:moveTo>
                <a:lnTo>
                  <a:pt x="0" y="15845"/>
                </a:lnTo>
                <a:lnTo>
                  <a:pt x="27653" y="31823"/>
                </a:lnTo>
                <a:lnTo>
                  <a:pt x="27653"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8"/>
          <p:cNvSpPr/>
          <p:nvPr/>
        </p:nvSpPr>
        <p:spPr>
          <a:xfrm rot="10800000">
            <a:off x="-76202" y="1248850"/>
            <a:ext cx="382247" cy="663492"/>
          </a:xfrm>
          <a:custGeom>
            <a:avLst/>
            <a:gdLst/>
            <a:ahLst/>
            <a:cxnLst/>
            <a:rect l="l" t="t" r="r" b="b"/>
            <a:pathLst>
              <a:path w="27654" h="47802" extrusionOk="0">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8"/>
          <p:cNvSpPr/>
          <p:nvPr/>
        </p:nvSpPr>
        <p:spPr>
          <a:xfrm rot="10800000">
            <a:off x="-76200" y="143724"/>
            <a:ext cx="382257" cy="663476"/>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8"/>
          <p:cNvSpPr/>
          <p:nvPr/>
        </p:nvSpPr>
        <p:spPr>
          <a:xfrm rot="10800000">
            <a:off x="-76202" y="-76210"/>
            <a:ext cx="380409" cy="441717"/>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8"/>
          <p:cNvSpPr/>
          <p:nvPr/>
        </p:nvSpPr>
        <p:spPr>
          <a:xfrm rot="10800000">
            <a:off x="-76191" y="807176"/>
            <a:ext cx="382247" cy="441703"/>
          </a:xfrm>
          <a:custGeom>
            <a:avLst/>
            <a:gdLst/>
            <a:ahLst/>
            <a:cxnLst/>
            <a:rect l="l" t="t" r="r" b="b"/>
            <a:pathLst>
              <a:path w="27654" h="31823" extrusionOk="0">
                <a:moveTo>
                  <a:pt x="27653" y="0"/>
                </a:moveTo>
                <a:lnTo>
                  <a:pt x="0" y="15978"/>
                </a:lnTo>
                <a:lnTo>
                  <a:pt x="27653" y="31823"/>
                </a:lnTo>
                <a:lnTo>
                  <a:pt x="27653" y="0"/>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8"/>
          <p:cNvSpPr/>
          <p:nvPr/>
        </p:nvSpPr>
        <p:spPr>
          <a:xfrm rot="10800000">
            <a:off x="686447" y="1690558"/>
            <a:ext cx="380418" cy="441707"/>
          </a:xfrm>
          <a:custGeom>
            <a:avLst/>
            <a:gdLst/>
            <a:ahLst/>
            <a:cxnLst/>
            <a:rect l="l" t="t" r="r" b="b"/>
            <a:pathLst>
              <a:path w="27521" h="31824" extrusionOk="0">
                <a:moveTo>
                  <a:pt x="27521" y="1"/>
                </a:moveTo>
                <a:lnTo>
                  <a:pt x="1" y="15845"/>
                </a:lnTo>
                <a:lnTo>
                  <a:pt x="27521" y="31823"/>
                </a:lnTo>
                <a:lnTo>
                  <a:pt x="27521"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8"/>
          <p:cNvSpPr/>
          <p:nvPr/>
        </p:nvSpPr>
        <p:spPr>
          <a:xfrm rot="10800000">
            <a:off x="684609" y="1248865"/>
            <a:ext cx="384095" cy="661630"/>
          </a:xfrm>
          <a:custGeom>
            <a:avLst/>
            <a:gdLst/>
            <a:ahLst/>
            <a:cxnLst/>
            <a:rect l="l" t="t" r="r" b="b"/>
            <a:pathLst>
              <a:path w="27787" h="47669" extrusionOk="0">
                <a:moveTo>
                  <a:pt x="1" y="1"/>
                </a:moveTo>
                <a:lnTo>
                  <a:pt x="134" y="31823"/>
                </a:lnTo>
                <a:lnTo>
                  <a:pt x="27787" y="47668"/>
                </a:lnTo>
                <a:lnTo>
                  <a:pt x="27654" y="15845"/>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8"/>
          <p:cNvSpPr/>
          <p:nvPr/>
        </p:nvSpPr>
        <p:spPr>
          <a:xfrm rot="10800000">
            <a:off x="306052" y="1248850"/>
            <a:ext cx="380409" cy="661646"/>
          </a:xfrm>
          <a:custGeom>
            <a:avLst/>
            <a:gdLst/>
            <a:ahLst/>
            <a:cxnLst/>
            <a:rect l="l" t="t" r="r" b="b"/>
            <a:pathLst>
              <a:path w="27521" h="47669" extrusionOk="0">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8"/>
          <p:cNvSpPr/>
          <p:nvPr/>
        </p:nvSpPr>
        <p:spPr>
          <a:xfrm rot="10800000">
            <a:off x="680965" y="2692002"/>
            <a:ext cx="111133" cy="127335"/>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8"/>
          <p:cNvSpPr/>
          <p:nvPr/>
        </p:nvSpPr>
        <p:spPr>
          <a:xfrm rot="10800000">
            <a:off x="306043" y="2132251"/>
            <a:ext cx="380418" cy="442165"/>
          </a:xfrm>
          <a:custGeom>
            <a:avLst/>
            <a:gdLst/>
            <a:ahLst/>
            <a:cxnLst/>
            <a:rect l="l" t="t" r="r" b="b"/>
            <a:pathLst>
              <a:path w="27521" h="31857" extrusionOk="0">
                <a:moveTo>
                  <a:pt x="1" y="0"/>
                </a:moveTo>
                <a:lnTo>
                  <a:pt x="1" y="31857"/>
                </a:lnTo>
                <a:lnTo>
                  <a:pt x="27520" y="15845"/>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8"/>
          <p:cNvSpPr/>
          <p:nvPr/>
        </p:nvSpPr>
        <p:spPr>
          <a:xfrm rot="10800000">
            <a:off x="306043" y="-76200"/>
            <a:ext cx="760822" cy="441707"/>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8"/>
          <p:cNvSpPr/>
          <p:nvPr/>
        </p:nvSpPr>
        <p:spPr>
          <a:xfrm rot="10800000">
            <a:off x="306043" y="143724"/>
            <a:ext cx="380418" cy="663476"/>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8"/>
          <p:cNvSpPr/>
          <p:nvPr/>
        </p:nvSpPr>
        <p:spPr>
          <a:xfrm rot="10800000">
            <a:off x="306043" y="585416"/>
            <a:ext cx="380418" cy="441693"/>
          </a:xfrm>
          <a:custGeom>
            <a:avLst/>
            <a:gdLst/>
            <a:ahLst/>
            <a:cxnLst/>
            <a:rect l="l" t="t" r="r" b="b"/>
            <a:pathLst>
              <a:path w="27521" h="31823" extrusionOk="0">
                <a:moveTo>
                  <a:pt x="27520" y="0"/>
                </a:moveTo>
                <a:lnTo>
                  <a:pt x="1" y="15845"/>
                </a:lnTo>
                <a:lnTo>
                  <a:pt x="27520" y="31823"/>
                </a:lnTo>
                <a:lnTo>
                  <a:pt x="2752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8"/>
          <p:cNvSpPr/>
          <p:nvPr/>
        </p:nvSpPr>
        <p:spPr>
          <a:xfrm rot="10800000">
            <a:off x="-76191" y="585406"/>
            <a:ext cx="382247" cy="441703"/>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8"/>
          <p:cNvSpPr/>
          <p:nvPr/>
        </p:nvSpPr>
        <p:spPr>
          <a:xfrm rot="10800000">
            <a:off x="-76202" y="1027085"/>
            <a:ext cx="382247" cy="443577"/>
          </a:xfrm>
          <a:custGeom>
            <a:avLst/>
            <a:gdLst/>
            <a:ahLst/>
            <a:cxnLst/>
            <a:rect l="l" t="t" r="r" b="b"/>
            <a:pathLst>
              <a:path w="27654" h="31958" extrusionOk="0">
                <a:moveTo>
                  <a:pt x="0" y="1"/>
                </a:moveTo>
                <a:lnTo>
                  <a:pt x="0" y="31957"/>
                </a:lnTo>
                <a:lnTo>
                  <a:pt x="27653" y="15979"/>
                </a:lnTo>
                <a:lnTo>
                  <a:pt x="0"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8"/>
          <p:cNvSpPr/>
          <p:nvPr/>
        </p:nvSpPr>
        <p:spPr>
          <a:xfrm rot="10800000">
            <a:off x="306050" y="807171"/>
            <a:ext cx="760804" cy="663492"/>
          </a:xfrm>
          <a:custGeom>
            <a:avLst/>
            <a:gdLst/>
            <a:ahLst/>
            <a:cxnLst/>
            <a:rect l="l" t="t" r="r" b="b"/>
            <a:pathLst>
              <a:path w="55041" h="47802" extrusionOk="0">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8"/>
          <p:cNvSpPr/>
          <p:nvPr/>
        </p:nvSpPr>
        <p:spPr>
          <a:xfrm rot="10800000">
            <a:off x="1449103" y="1690548"/>
            <a:ext cx="380395" cy="441717"/>
          </a:xfrm>
          <a:custGeom>
            <a:avLst/>
            <a:gdLst/>
            <a:ahLst/>
            <a:cxnLst/>
            <a:rect l="l" t="t" r="r" b="b"/>
            <a:pathLst>
              <a:path w="27520" h="31824" extrusionOk="0">
                <a:moveTo>
                  <a:pt x="27520" y="1"/>
                </a:moveTo>
                <a:lnTo>
                  <a:pt x="0" y="15845"/>
                </a:lnTo>
                <a:lnTo>
                  <a:pt x="27520" y="31823"/>
                </a:lnTo>
                <a:lnTo>
                  <a:pt x="2752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8"/>
          <p:cNvSpPr/>
          <p:nvPr/>
        </p:nvSpPr>
        <p:spPr>
          <a:xfrm rot="10800000">
            <a:off x="1708691" y="1366463"/>
            <a:ext cx="178448" cy="20650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8"/>
          <p:cNvSpPr/>
          <p:nvPr/>
        </p:nvSpPr>
        <p:spPr>
          <a:xfrm rot="10800000">
            <a:off x="1712381" y="2028081"/>
            <a:ext cx="120809" cy="141229"/>
          </a:xfrm>
          <a:custGeom>
            <a:avLst/>
            <a:gdLst/>
            <a:ahLst/>
            <a:cxnLst/>
            <a:rect l="l" t="t" r="r" b="b"/>
            <a:pathLst>
              <a:path w="8740" h="10175" extrusionOk="0">
                <a:moveTo>
                  <a:pt x="0" y="1"/>
                </a:moveTo>
                <a:lnTo>
                  <a:pt x="0" y="10175"/>
                </a:lnTo>
                <a:lnTo>
                  <a:pt x="8740" y="5005"/>
                </a:lnTo>
                <a:lnTo>
                  <a:pt x="0" y="1"/>
                </a:lnTo>
                <a:close/>
              </a:path>
            </a:pathLst>
          </a:cu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8"/>
          <p:cNvSpPr/>
          <p:nvPr/>
        </p:nvSpPr>
        <p:spPr>
          <a:xfrm rot="10800000">
            <a:off x="1066851" y="1248865"/>
            <a:ext cx="382257" cy="661630"/>
          </a:xfrm>
          <a:custGeom>
            <a:avLst/>
            <a:gdLst/>
            <a:ahLst/>
            <a:cxnLst/>
            <a:rect l="l" t="t" r="r" b="b"/>
            <a:pathLst>
              <a:path w="27654" h="47669" extrusionOk="0">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8"/>
          <p:cNvSpPr/>
          <p:nvPr/>
        </p:nvSpPr>
        <p:spPr>
          <a:xfrm rot="10800000">
            <a:off x="1066861" y="1690548"/>
            <a:ext cx="382247" cy="441717"/>
          </a:xfrm>
          <a:custGeom>
            <a:avLst/>
            <a:gdLst/>
            <a:ahLst/>
            <a:cxnLst/>
            <a:rect l="l" t="t" r="r" b="b"/>
            <a:pathLst>
              <a:path w="27654" h="31824" extrusionOk="0">
                <a:moveTo>
                  <a:pt x="1" y="1"/>
                </a:moveTo>
                <a:lnTo>
                  <a:pt x="1" y="31823"/>
                </a:lnTo>
                <a:lnTo>
                  <a:pt x="27654" y="15979"/>
                </a:lnTo>
                <a:lnTo>
                  <a:pt x="27654" y="15845"/>
                </a:lnTo>
                <a:lnTo>
                  <a:pt x="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8"/>
          <p:cNvSpPr/>
          <p:nvPr/>
        </p:nvSpPr>
        <p:spPr>
          <a:xfrm rot="10800000">
            <a:off x="1449103" y="365483"/>
            <a:ext cx="380395" cy="441717"/>
          </a:xfrm>
          <a:custGeom>
            <a:avLst/>
            <a:gdLst/>
            <a:ahLst/>
            <a:cxnLst/>
            <a:rect l="l" t="t" r="r" b="b"/>
            <a:pathLst>
              <a:path w="27520" h="31824" extrusionOk="0">
                <a:moveTo>
                  <a:pt x="27520" y="1"/>
                </a:moveTo>
                <a:lnTo>
                  <a:pt x="0" y="15979"/>
                </a:lnTo>
                <a:lnTo>
                  <a:pt x="27520" y="31824"/>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8"/>
          <p:cNvSpPr/>
          <p:nvPr/>
        </p:nvSpPr>
        <p:spPr>
          <a:xfrm rot="10800000">
            <a:off x="2069765" y="-76210"/>
            <a:ext cx="380409" cy="441717"/>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8"/>
          <p:cNvSpPr/>
          <p:nvPr/>
        </p:nvSpPr>
        <p:spPr>
          <a:xfrm rot="10800000">
            <a:off x="1066851" y="-76200"/>
            <a:ext cx="382257" cy="883400"/>
          </a:xfrm>
          <a:custGeom>
            <a:avLst/>
            <a:gdLst/>
            <a:ahLst/>
            <a:cxnLst/>
            <a:rect l="l" t="t" r="r" b="b"/>
            <a:pathLst>
              <a:path w="27654" h="63647" extrusionOk="0">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8"/>
          <p:cNvSpPr/>
          <p:nvPr/>
        </p:nvSpPr>
        <p:spPr>
          <a:xfrm rot="10800000">
            <a:off x="1066851" y="585416"/>
            <a:ext cx="382257" cy="441693"/>
          </a:xfrm>
          <a:custGeom>
            <a:avLst/>
            <a:gdLst/>
            <a:ahLst/>
            <a:cxnLst/>
            <a:rect l="l" t="t" r="r" b="b"/>
            <a:pathLst>
              <a:path w="27654" h="31823" extrusionOk="0">
                <a:moveTo>
                  <a:pt x="27654" y="0"/>
                </a:moveTo>
                <a:lnTo>
                  <a:pt x="1" y="15845"/>
                </a:lnTo>
                <a:lnTo>
                  <a:pt x="27654" y="31823"/>
                </a:lnTo>
                <a:lnTo>
                  <a:pt x="2765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8"/>
          <p:cNvSpPr/>
          <p:nvPr/>
        </p:nvSpPr>
        <p:spPr>
          <a:xfrm rot="10800000">
            <a:off x="686445" y="143703"/>
            <a:ext cx="382247" cy="883406"/>
          </a:xfrm>
          <a:custGeom>
            <a:avLst/>
            <a:gdLst/>
            <a:ahLst/>
            <a:cxnLst/>
            <a:rect l="l" t="t" r="r" b="b"/>
            <a:pathLst>
              <a:path w="27654" h="63646" extrusionOk="0">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8"/>
          <p:cNvSpPr/>
          <p:nvPr/>
        </p:nvSpPr>
        <p:spPr>
          <a:xfrm rot="10800000">
            <a:off x="686465" y="807171"/>
            <a:ext cx="762643" cy="663492"/>
          </a:xfrm>
          <a:custGeom>
            <a:avLst/>
            <a:gdLst/>
            <a:ahLst/>
            <a:cxnLst/>
            <a:rect l="l" t="t" r="r" b="b"/>
            <a:pathLst>
              <a:path w="55174" h="47802" extrusionOk="0">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8"/>
          <p:cNvSpPr/>
          <p:nvPr/>
        </p:nvSpPr>
        <p:spPr>
          <a:xfrm>
            <a:off x="8761740" y="4256839"/>
            <a:ext cx="382247" cy="663492"/>
          </a:xfrm>
          <a:custGeom>
            <a:avLst/>
            <a:gdLst/>
            <a:ahLst/>
            <a:cxnLst/>
            <a:rect l="l" t="t" r="r" b="b"/>
            <a:pathLst>
              <a:path w="27654" h="47802" extrusionOk="0">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8"/>
          <p:cNvSpPr/>
          <p:nvPr/>
        </p:nvSpPr>
        <p:spPr>
          <a:xfrm>
            <a:off x="8763590" y="4698532"/>
            <a:ext cx="380409" cy="441717"/>
          </a:xfrm>
          <a:custGeom>
            <a:avLst/>
            <a:gdLst/>
            <a:ahLst/>
            <a:cxnLst/>
            <a:rect l="l" t="t" r="r" b="b"/>
            <a:pathLst>
              <a:path w="27521" h="31824" extrusionOk="0">
                <a:moveTo>
                  <a:pt x="27520" y="1"/>
                </a:moveTo>
                <a:lnTo>
                  <a:pt x="1" y="15979"/>
                </a:lnTo>
                <a:lnTo>
                  <a:pt x="27520" y="31823"/>
                </a:lnTo>
                <a:lnTo>
                  <a:pt x="27520" y="1"/>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8"/>
          <p:cNvSpPr/>
          <p:nvPr/>
        </p:nvSpPr>
        <p:spPr>
          <a:xfrm>
            <a:off x="8652474" y="3168852"/>
            <a:ext cx="111133" cy="127335"/>
          </a:xfrm>
          <a:custGeom>
            <a:avLst/>
            <a:gdLst/>
            <a:ahLst/>
            <a:cxnLst/>
            <a:rect l="l" t="t" r="r" b="b"/>
            <a:pathLst>
              <a:path w="8040" h="9174" extrusionOk="0">
                <a:moveTo>
                  <a:pt x="8040" y="0"/>
                </a:moveTo>
                <a:lnTo>
                  <a:pt x="1" y="4604"/>
                </a:lnTo>
                <a:lnTo>
                  <a:pt x="8040" y="9174"/>
                </a:lnTo>
                <a:lnTo>
                  <a:pt x="8040" y="0"/>
                </a:lnTo>
                <a:close/>
              </a:path>
            </a:pathLst>
          </a:cu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8"/>
          <p:cNvSpPr/>
          <p:nvPr/>
        </p:nvSpPr>
        <p:spPr>
          <a:xfrm>
            <a:off x="8000931" y="4698532"/>
            <a:ext cx="760804" cy="441717"/>
          </a:xfrm>
          <a:custGeom>
            <a:avLst/>
            <a:gdLst/>
            <a:ahLst/>
            <a:cxnLst/>
            <a:rect l="l" t="t" r="r" b="b"/>
            <a:pathLst>
              <a:path w="55041" h="31824" extrusionOk="0">
                <a:moveTo>
                  <a:pt x="27521" y="1"/>
                </a:moveTo>
                <a:lnTo>
                  <a:pt x="1" y="15979"/>
                </a:lnTo>
                <a:lnTo>
                  <a:pt x="27521" y="31823"/>
                </a:lnTo>
                <a:lnTo>
                  <a:pt x="55040" y="15979"/>
                </a:lnTo>
                <a:lnTo>
                  <a:pt x="27521" y="1"/>
                </a:ln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8"/>
          <p:cNvSpPr/>
          <p:nvPr/>
        </p:nvSpPr>
        <p:spPr>
          <a:xfrm>
            <a:off x="8381336" y="4256839"/>
            <a:ext cx="380409" cy="663492"/>
          </a:xfrm>
          <a:custGeom>
            <a:avLst/>
            <a:gdLst/>
            <a:ahLst/>
            <a:cxnLst/>
            <a:rect l="l" t="t" r="r" b="b"/>
            <a:pathLst>
              <a:path w="27521" h="47802" extrusionOk="0">
                <a:moveTo>
                  <a:pt x="1" y="1"/>
                </a:moveTo>
                <a:lnTo>
                  <a:pt x="1" y="31824"/>
                </a:lnTo>
                <a:lnTo>
                  <a:pt x="27520" y="47802"/>
                </a:lnTo>
                <a:lnTo>
                  <a:pt x="27520" y="15979"/>
                </a:lnTo>
                <a:lnTo>
                  <a:pt x="1" y="1"/>
                </a:lnTo>
                <a:close/>
              </a:path>
            </a:pathLst>
          </a:cu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8"/>
          <p:cNvSpPr/>
          <p:nvPr/>
        </p:nvSpPr>
        <p:spPr>
          <a:xfrm>
            <a:off x="8761740" y="4036930"/>
            <a:ext cx="382247" cy="441703"/>
          </a:xfrm>
          <a:custGeom>
            <a:avLst/>
            <a:gdLst/>
            <a:ahLst/>
            <a:cxnLst/>
            <a:rect l="l" t="t" r="r" b="b"/>
            <a:pathLst>
              <a:path w="27654" h="31823" extrusionOk="0">
                <a:moveTo>
                  <a:pt x="0" y="0"/>
                </a:moveTo>
                <a:lnTo>
                  <a:pt x="0" y="31823"/>
                </a:lnTo>
                <a:lnTo>
                  <a:pt x="27653" y="15845"/>
                </a:lnTo>
                <a:lnTo>
                  <a:pt x="0"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8"/>
          <p:cNvSpPr/>
          <p:nvPr/>
        </p:nvSpPr>
        <p:spPr>
          <a:xfrm>
            <a:off x="7822482" y="3491070"/>
            <a:ext cx="178448" cy="206507"/>
          </a:xfrm>
          <a:custGeom>
            <a:avLst/>
            <a:gdLst/>
            <a:ahLst/>
            <a:cxnLst/>
            <a:rect l="l" t="t" r="r" b="b"/>
            <a:pathLst>
              <a:path w="12910" h="14878" extrusionOk="0">
                <a:moveTo>
                  <a:pt x="1" y="0"/>
                </a:moveTo>
                <a:lnTo>
                  <a:pt x="1" y="14877"/>
                </a:lnTo>
                <a:lnTo>
                  <a:pt x="12910" y="7505"/>
                </a:lnTo>
                <a:lnTo>
                  <a:pt x="134" y="0"/>
                </a:ln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8"/>
          <p:cNvSpPr/>
          <p:nvPr/>
        </p:nvSpPr>
        <p:spPr>
          <a:xfrm>
            <a:off x="7259448" y="4698532"/>
            <a:ext cx="380409" cy="441717"/>
          </a:xfrm>
          <a:custGeom>
            <a:avLst/>
            <a:gdLst/>
            <a:ahLst/>
            <a:cxnLst/>
            <a:rect l="l" t="t" r="r" b="b"/>
            <a:pathLst>
              <a:path w="27521" h="31824" extrusionOk="0">
                <a:moveTo>
                  <a:pt x="1" y="1"/>
                </a:moveTo>
                <a:lnTo>
                  <a:pt x="1" y="31823"/>
                </a:lnTo>
                <a:lnTo>
                  <a:pt x="27520" y="15979"/>
                </a:lnTo>
                <a:lnTo>
                  <a:pt x="1" y="1"/>
                </a:ln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973"/>
                                        </p:tgtEl>
                                        <p:attrNameLst>
                                          <p:attrName>style.visibility</p:attrName>
                                        </p:attrNameLst>
                                      </p:cBhvr>
                                      <p:to>
                                        <p:strVal val="visible"/>
                                      </p:to>
                                    </p:set>
                                    <p:anim calcmode="lin" valueType="num">
                                      <p:cBhvr additive="base">
                                        <p:cTn id="7" dur="200"/>
                                        <p:tgtEl>
                                          <p:spTgt spid="1973"/>
                                        </p:tgtEl>
                                        <p:attrNameLst>
                                          <p:attrName>ppt_w</p:attrName>
                                        </p:attrNameLst>
                                      </p:cBhvr>
                                      <p:tavLst>
                                        <p:tav tm="0">
                                          <p:val>
                                            <p:strVal val="0"/>
                                          </p:val>
                                        </p:tav>
                                        <p:tav tm="100000">
                                          <p:val>
                                            <p:strVal val="#ppt_w"/>
                                          </p:val>
                                        </p:tav>
                                      </p:tavLst>
                                    </p:anim>
                                    <p:anim calcmode="lin" valueType="num">
                                      <p:cBhvr additive="base">
                                        <p:cTn id="8" dur="200"/>
                                        <p:tgtEl>
                                          <p:spTgt spid="1973"/>
                                        </p:tgtEl>
                                        <p:attrNameLst>
                                          <p:attrName>ppt_h</p:attrName>
                                        </p:attrNameLst>
                                      </p:cBhvr>
                                      <p:tavLst>
                                        <p:tav tm="0">
                                          <p:val>
                                            <p:strVal val="0"/>
                                          </p:val>
                                        </p:tav>
                                        <p:tav tm="100000">
                                          <p:val>
                                            <p:strVal val="#ppt_h"/>
                                          </p:val>
                                        </p:tav>
                                      </p:tavLst>
                                    </p:anim>
                                  </p:childTnLst>
                                </p:cTn>
                              </p:par>
                            </p:childTnLst>
                          </p:cTn>
                        </p:par>
                        <p:par>
                          <p:cTn id="9" fill="hold">
                            <p:stCondLst>
                              <p:cond delay="200"/>
                            </p:stCondLst>
                            <p:childTnLst>
                              <p:par>
                                <p:cTn id="10" presetID="23" presetClass="entr" presetSubtype="16" fill="hold" nodeType="afterEffect">
                                  <p:stCondLst>
                                    <p:cond delay="0"/>
                                  </p:stCondLst>
                                  <p:childTnLst>
                                    <p:set>
                                      <p:cBhvr>
                                        <p:cTn id="11" dur="1" fill="hold">
                                          <p:stCondLst>
                                            <p:cond delay="0"/>
                                          </p:stCondLst>
                                        </p:cTn>
                                        <p:tgtEl>
                                          <p:spTgt spid="1981"/>
                                        </p:tgtEl>
                                        <p:attrNameLst>
                                          <p:attrName>style.visibility</p:attrName>
                                        </p:attrNameLst>
                                      </p:cBhvr>
                                      <p:to>
                                        <p:strVal val="visible"/>
                                      </p:to>
                                    </p:set>
                                    <p:anim calcmode="lin" valueType="num">
                                      <p:cBhvr additive="base">
                                        <p:cTn id="12" dur="200"/>
                                        <p:tgtEl>
                                          <p:spTgt spid="1981"/>
                                        </p:tgtEl>
                                        <p:attrNameLst>
                                          <p:attrName>ppt_w</p:attrName>
                                        </p:attrNameLst>
                                      </p:cBhvr>
                                      <p:tavLst>
                                        <p:tav tm="0">
                                          <p:val>
                                            <p:strVal val="0"/>
                                          </p:val>
                                        </p:tav>
                                        <p:tav tm="100000">
                                          <p:val>
                                            <p:strVal val="#ppt_w"/>
                                          </p:val>
                                        </p:tav>
                                      </p:tavLst>
                                    </p:anim>
                                    <p:anim calcmode="lin" valueType="num">
                                      <p:cBhvr additive="base">
                                        <p:cTn id="13" dur="200"/>
                                        <p:tgtEl>
                                          <p:spTgt spid="1981"/>
                                        </p:tgtEl>
                                        <p:attrNameLst>
                                          <p:attrName>ppt_h</p:attrName>
                                        </p:attrNameLst>
                                      </p:cBhvr>
                                      <p:tavLst>
                                        <p:tav tm="0">
                                          <p:val>
                                            <p:strVal val="0"/>
                                          </p:val>
                                        </p:tav>
                                        <p:tav tm="100000">
                                          <p:val>
                                            <p:strVal val="#ppt_h"/>
                                          </p:val>
                                        </p:tav>
                                      </p:tavLst>
                                    </p:anim>
                                  </p:childTnLst>
                                </p:cTn>
                              </p:par>
                            </p:childTnLst>
                          </p:cTn>
                        </p:par>
                        <p:par>
                          <p:cTn id="14" fill="hold">
                            <p:stCondLst>
                              <p:cond delay="400"/>
                            </p:stCondLst>
                            <p:childTnLst>
                              <p:par>
                                <p:cTn id="15" presetID="23" presetClass="entr" presetSubtype="16" fill="hold" nodeType="afterEffect">
                                  <p:stCondLst>
                                    <p:cond delay="0"/>
                                  </p:stCondLst>
                                  <p:childTnLst>
                                    <p:set>
                                      <p:cBhvr>
                                        <p:cTn id="16" dur="1" fill="hold">
                                          <p:stCondLst>
                                            <p:cond delay="0"/>
                                          </p:stCondLst>
                                        </p:cTn>
                                        <p:tgtEl>
                                          <p:spTgt spid="1969"/>
                                        </p:tgtEl>
                                        <p:attrNameLst>
                                          <p:attrName>style.visibility</p:attrName>
                                        </p:attrNameLst>
                                      </p:cBhvr>
                                      <p:to>
                                        <p:strVal val="visible"/>
                                      </p:to>
                                    </p:set>
                                    <p:anim calcmode="lin" valueType="num">
                                      <p:cBhvr additive="base">
                                        <p:cTn id="17" dur="200"/>
                                        <p:tgtEl>
                                          <p:spTgt spid="1969"/>
                                        </p:tgtEl>
                                        <p:attrNameLst>
                                          <p:attrName>ppt_w</p:attrName>
                                        </p:attrNameLst>
                                      </p:cBhvr>
                                      <p:tavLst>
                                        <p:tav tm="0">
                                          <p:val>
                                            <p:strVal val="0"/>
                                          </p:val>
                                        </p:tav>
                                        <p:tav tm="100000">
                                          <p:val>
                                            <p:strVal val="#ppt_w"/>
                                          </p:val>
                                        </p:tav>
                                      </p:tavLst>
                                    </p:anim>
                                    <p:anim calcmode="lin" valueType="num">
                                      <p:cBhvr additive="base">
                                        <p:cTn id="18" dur="200"/>
                                        <p:tgtEl>
                                          <p:spTgt spid="1969"/>
                                        </p:tgtEl>
                                        <p:attrNameLst>
                                          <p:attrName>ppt_h</p:attrName>
                                        </p:attrNameLst>
                                      </p:cBhvr>
                                      <p:tavLst>
                                        <p:tav tm="0">
                                          <p:val>
                                            <p:strVal val="0"/>
                                          </p:val>
                                        </p:tav>
                                        <p:tav tm="100000">
                                          <p:val>
                                            <p:strVal val="#ppt_h"/>
                                          </p:val>
                                        </p:tav>
                                      </p:tavLst>
                                    </p:anim>
                                  </p:childTnLst>
                                </p:cTn>
                              </p:par>
                              <p:par>
                                <p:cTn id="19" presetID="10" presetClass="entr" presetSubtype="0" fill="hold" nodeType="withEffect">
                                  <p:stCondLst>
                                    <p:cond delay="0"/>
                                  </p:stCondLst>
                                  <p:childTnLst>
                                    <p:set>
                                      <p:cBhvr>
                                        <p:cTn id="20" dur="1" fill="hold">
                                          <p:stCondLst>
                                            <p:cond delay="0"/>
                                          </p:stCondLst>
                                        </p:cTn>
                                        <p:tgtEl>
                                          <p:spTgt spid="1956"/>
                                        </p:tgtEl>
                                        <p:attrNameLst>
                                          <p:attrName>style.visibility</p:attrName>
                                        </p:attrNameLst>
                                      </p:cBhvr>
                                      <p:to>
                                        <p:strVal val="visible"/>
                                      </p:to>
                                    </p:set>
                                    <p:animEffect transition="in" filter="fade">
                                      <p:cBhvr>
                                        <p:cTn id="21" dur="300"/>
                                        <p:tgtEl>
                                          <p:spTgt spid="1956"/>
                                        </p:tgtEl>
                                      </p:cBhvr>
                                    </p:animEffect>
                                  </p:childTnLst>
                                </p:cTn>
                              </p:par>
                            </p:childTnLst>
                          </p:cTn>
                        </p:par>
                        <p:par>
                          <p:cTn id="22" fill="hold">
                            <p:stCondLst>
                              <p:cond delay="700"/>
                            </p:stCondLst>
                            <p:childTnLst>
                              <p:par>
                                <p:cTn id="23" presetID="23" presetClass="entr" presetSubtype="16" fill="hold" nodeType="afterEffect">
                                  <p:stCondLst>
                                    <p:cond delay="0"/>
                                  </p:stCondLst>
                                  <p:childTnLst>
                                    <p:set>
                                      <p:cBhvr>
                                        <p:cTn id="24" dur="1" fill="hold">
                                          <p:stCondLst>
                                            <p:cond delay="0"/>
                                          </p:stCondLst>
                                        </p:cTn>
                                        <p:tgtEl>
                                          <p:spTgt spid="1959"/>
                                        </p:tgtEl>
                                        <p:attrNameLst>
                                          <p:attrName>style.visibility</p:attrName>
                                        </p:attrNameLst>
                                      </p:cBhvr>
                                      <p:to>
                                        <p:strVal val="visible"/>
                                      </p:to>
                                    </p:set>
                                    <p:anim calcmode="lin" valueType="num">
                                      <p:cBhvr additive="base">
                                        <p:cTn id="25" dur="200"/>
                                        <p:tgtEl>
                                          <p:spTgt spid="1959"/>
                                        </p:tgtEl>
                                        <p:attrNameLst>
                                          <p:attrName>ppt_w</p:attrName>
                                        </p:attrNameLst>
                                      </p:cBhvr>
                                      <p:tavLst>
                                        <p:tav tm="0">
                                          <p:val>
                                            <p:strVal val="0"/>
                                          </p:val>
                                        </p:tav>
                                        <p:tav tm="100000">
                                          <p:val>
                                            <p:strVal val="#ppt_w"/>
                                          </p:val>
                                        </p:tav>
                                      </p:tavLst>
                                    </p:anim>
                                    <p:anim calcmode="lin" valueType="num">
                                      <p:cBhvr additive="base">
                                        <p:cTn id="26" dur="200"/>
                                        <p:tgtEl>
                                          <p:spTgt spid="1959"/>
                                        </p:tgtEl>
                                        <p:attrNameLst>
                                          <p:attrName>ppt_h</p:attrName>
                                        </p:attrNameLst>
                                      </p:cBhvr>
                                      <p:tavLst>
                                        <p:tav tm="0">
                                          <p:val>
                                            <p:strVal val="0"/>
                                          </p:val>
                                        </p:tav>
                                        <p:tav tm="100000">
                                          <p:val>
                                            <p:strVal val="#ppt_h"/>
                                          </p:val>
                                        </p:tav>
                                      </p:tavLst>
                                    </p:anim>
                                  </p:childTnLst>
                                </p:cTn>
                              </p:par>
                            </p:childTnLst>
                          </p:cTn>
                        </p:par>
                        <p:par>
                          <p:cTn id="27" fill="hold">
                            <p:stCondLst>
                              <p:cond delay="900"/>
                            </p:stCondLst>
                            <p:childTnLst>
                              <p:par>
                                <p:cTn id="28" presetID="23" presetClass="entr" presetSubtype="16" fill="hold" nodeType="afterEffect">
                                  <p:stCondLst>
                                    <p:cond delay="0"/>
                                  </p:stCondLst>
                                  <p:childTnLst>
                                    <p:set>
                                      <p:cBhvr>
                                        <p:cTn id="29" dur="1" fill="hold">
                                          <p:stCondLst>
                                            <p:cond delay="0"/>
                                          </p:stCondLst>
                                        </p:cTn>
                                        <p:tgtEl>
                                          <p:spTgt spid="1974"/>
                                        </p:tgtEl>
                                        <p:attrNameLst>
                                          <p:attrName>style.visibility</p:attrName>
                                        </p:attrNameLst>
                                      </p:cBhvr>
                                      <p:to>
                                        <p:strVal val="visible"/>
                                      </p:to>
                                    </p:set>
                                    <p:anim calcmode="lin" valueType="num">
                                      <p:cBhvr additive="base">
                                        <p:cTn id="30" dur="200"/>
                                        <p:tgtEl>
                                          <p:spTgt spid="1974"/>
                                        </p:tgtEl>
                                        <p:attrNameLst>
                                          <p:attrName>ppt_w</p:attrName>
                                        </p:attrNameLst>
                                      </p:cBhvr>
                                      <p:tavLst>
                                        <p:tav tm="0">
                                          <p:val>
                                            <p:strVal val="0"/>
                                          </p:val>
                                        </p:tav>
                                        <p:tav tm="100000">
                                          <p:val>
                                            <p:strVal val="#ppt_w"/>
                                          </p:val>
                                        </p:tav>
                                      </p:tavLst>
                                    </p:anim>
                                    <p:anim calcmode="lin" valueType="num">
                                      <p:cBhvr additive="base">
                                        <p:cTn id="31" dur="200"/>
                                        <p:tgtEl>
                                          <p:spTgt spid="1974"/>
                                        </p:tgtEl>
                                        <p:attrNameLst>
                                          <p:attrName>ppt_h</p:attrName>
                                        </p:attrNameLst>
                                      </p:cBhvr>
                                      <p:tavLst>
                                        <p:tav tm="0">
                                          <p:val>
                                            <p:strVal val="0"/>
                                          </p:val>
                                        </p:tav>
                                        <p:tav tm="100000">
                                          <p:val>
                                            <p:strVal val="#ppt_h"/>
                                          </p:val>
                                        </p:tav>
                                      </p:tavLst>
                                    </p:anim>
                                  </p:childTnLst>
                                </p:cTn>
                              </p:par>
                            </p:childTnLst>
                          </p:cTn>
                        </p:par>
                        <p:par>
                          <p:cTn id="32" fill="hold">
                            <p:stCondLst>
                              <p:cond delay="1100"/>
                            </p:stCondLst>
                            <p:childTnLst>
                              <p:par>
                                <p:cTn id="33" presetID="23" presetClass="entr" presetSubtype="16" fill="hold" nodeType="afterEffect">
                                  <p:stCondLst>
                                    <p:cond delay="0"/>
                                  </p:stCondLst>
                                  <p:childTnLst>
                                    <p:set>
                                      <p:cBhvr>
                                        <p:cTn id="34" dur="1" fill="hold">
                                          <p:stCondLst>
                                            <p:cond delay="0"/>
                                          </p:stCondLst>
                                        </p:cTn>
                                        <p:tgtEl>
                                          <p:spTgt spid="1961"/>
                                        </p:tgtEl>
                                        <p:attrNameLst>
                                          <p:attrName>style.visibility</p:attrName>
                                        </p:attrNameLst>
                                      </p:cBhvr>
                                      <p:to>
                                        <p:strVal val="visible"/>
                                      </p:to>
                                    </p:set>
                                    <p:anim calcmode="lin" valueType="num">
                                      <p:cBhvr additive="base">
                                        <p:cTn id="35" dur="200"/>
                                        <p:tgtEl>
                                          <p:spTgt spid="1961"/>
                                        </p:tgtEl>
                                        <p:attrNameLst>
                                          <p:attrName>ppt_w</p:attrName>
                                        </p:attrNameLst>
                                      </p:cBhvr>
                                      <p:tavLst>
                                        <p:tav tm="0">
                                          <p:val>
                                            <p:strVal val="0"/>
                                          </p:val>
                                        </p:tav>
                                        <p:tav tm="100000">
                                          <p:val>
                                            <p:strVal val="#ppt_w"/>
                                          </p:val>
                                        </p:tav>
                                      </p:tavLst>
                                    </p:anim>
                                    <p:anim calcmode="lin" valueType="num">
                                      <p:cBhvr additive="base">
                                        <p:cTn id="36" dur="200"/>
                                        <p:tgtEl>
                                          <p:spTgt spid="1961"/>
                                        </p:tgtEl>
                                        <p:attrNameLst>
                                          <p:attrName>ppt_h</p:attrName>
                                        </p:attrNameLst>
                                      </p:cBhvr>
                                      <p:tavLst>
                                        <p:tav tm="0">
                                          <p:val>
                                            <p:strVal val="0"/>
                                          </p:val>
                                        </p:tav>
                                        <p:tav tm="100000">
                                          <p:val>
                                            <p:strVal val="#ppt_h"/>
                                          </p:val>
                                        </p:tav>
                                      </p:tavLst>
                                    </p:anim>
                                  </p:childTnLst>
                                </p:cTn>
                              </p:par>
                            </p:childTnLst>
                          </p:cTn>
                        </p:par>
                        <p:par>
                          <p:cTn id="37" fill="hold">
                            <p:stCondLst>
                              <p:cond delay="1300"/>
                            </p:stCondLst>
                            <p:childTnLst>
                              <p:par>
                                <p:cTn id="38" presetID="23" presetClass="entr" presetSubtype="16" fill="hold" nodeType="afterEffect">
                                  <p:stCondLst>
                                    <p:cond delay="0"/>
                                  </p:stCondLst>
                                  <p:childTnLst>
                                    <p:set>
                                      <p:cBhvr>
                                        <p:cTn id="39" dur="1" fill="hold">
                                          <p:stCondLst>
                                            <p:cond delay="0"/>
                                          </p:stCondLst>
                                        </p:cTn>
                                        <p:tgtEl>
                                          <p:spTgt spid="1980"/>
                                        </p:tgtEl>
                                        <p:attrNameLst>
                                          <p:attrName>style.visibility</p:attrName>
                                        </p:attrNameLst>
                                      </p:cBhvr>
                                      <p:to>
                                        <p:strVal val="visible"/>
                                      </p:to>
                                    </p:set>
                                    <p:anim calcmode="lin" valueType="num">
                                      <p:cBhvr additive="base">
                                        <p:cTn id="40" dur="200"/>
                                        <p:tgtEl>
                                          <p:spTgt spid="1980"/>
                                        </p:tgtEl>
                                        <p:attrNameLst>
                                          <p:attrName>ppt_w</p:attrName>
                                        </p:attrNameLst>
                                      </p:cBhvr>
                                      <p:tavLst>
                                        <p:tav tm="0">
                                          <p:val>
                                            <p:strVal val="0"/>
                                          </p:val>
                                        </p:tav>
                                        <p:tav tm="100000">
                                          <p:val>
                                            <p:strVal val="#ppt_w"/>
                                          </p:val>
                                        </p:tav>
                                      </p:tavLst>
                                    </p:anim>
                                    <p:anim calcmode="lin" valueType="num">
                                      <p:cBhvr additive="base">
                                        <p:cTn id="41" dur="200"/>
                                        <p:tgtEl>
                                          <p:spTgt spid="1980"/>
                                        </p:tgtEl>
                                        <p:attrNameLst>
                                          <p:attrName>ppt_h</p:attrName>
                                        </p:attrNameLst>
                                      </p:cBhvr>
                                      <p:tavLst>
                                        <p:tav tm="0">
                                          <p:val>
                                            <p:strVal val="0"/>
                                          </p:val>
                                        </p:tav>
                                        <p:tav tm="100000">
                                          <p:val>
                                            <p:strVal val="#ppt_h"/>
                                          </p:val>
                                        </p:tav>
                                      </p:tavLst>
                                    </p:anim>
                                  </p:childTnLst>
                                </p:cTn>
                              </p:par>
                            </p:childTnLst>
                          </p:cTn>
                        </p:par>
                        <p:par>
                          <p:cTn id="42" fill="hold">
                            <p:stCondLst>
                              <p:cond delay="1500"/>
                            </p:stCondLst>
                            <p:childTnLst>
                              <p:par>
                                <p:cTn id="43" presetID="23" presetClass="entr" presetSubtype="16" fill="hold" nodeType="afterEffect">
                                  <p:stCondLst>
                                    <p:cond delay="0"/>
                                  </p:stCondLst>
                                  <p:childTnLst>
                                    <p:set>
                                      <p:cBhvr>
                                        <p:cTn id="44" dur="1" fill="hold">
                                          <p:stCondLst>
                                            <p:cond delay="0"/>
                                          </p:stCondLst>
                                        </p:cTn>
                                        <p:tgtEl>
                                          <p:spTgt spid="1972"/>
                                        </p:tgtEl>
                                        <p:attrNameLst>
                                          <p:attrName>style.visibility</p:attrName>
                                        </p:attrNameLst>
                                      </p:cBhvr>
                                      <p:to>
                                        <p:strVal val="visible"/>
                                      </p:to>
                                    </p:set>
                                    <p:anim calcmode="lin" valueType="num">
                                      <p:cBhvr additive="base">
                                        <p:cTn id="45" dur="200"/>
                                        <p:tgtEl>
                                          <p:spTgt spid="1972"/>
                                        </p:tgtEl>
                                        <p:attrNameLst>
                                          <p:attrName>ppt_w</p:attrName>
                                        </p:attrNameLst>
                                      </p:cBhvr>
                                      <p:tavLst>
                                        <p:tav tm="0">
                                          <p:val>
                                            <p:strVal val="0"/>
                                          </p:val>
                                        </p:tav>
                                        <p:tav tm="100000">
                                          <p:val>
                                            <p:strVal val="#ppt_w"/>
                                          </p:val>
                                        </p:tav>
                                      </p:tavLst>
                                    </p:anim>
                                    <p:anim calcmode="lin" valueType="num">
                                      <p:cBhvr additive="base">
                                        <p:cTn id="46" dur="200"/>
                                        <p:tgtEl>
                                          <p:spTgt spid="1972"/>
                                        </p:tgtEl>
                                        <p:attrNameLst>
                                          <p:attrName>ppt_h</p:attrName>
                                        </p:attrNameLst>
                                      </p:cBhvr>
                                      <p:tavLst>
                                        <p:tav tm="0">
                                          <p:val>
                                            <p:strVal val="0"/>
                                          </p:val>
                                        </p:tav>
                                        <p:tav tm="100000">
                                          <p:val>
                                            <p:strVal val="#ppt_h"/>
                                          </p:val>
                                        </p:tav>
                                      </p:tavLst>
                                    </p:anim>
                                  </p:childTnLst>
                                </p:cTn>
                              </p:par>
                            </p:childTnLst>
                          </p:cTn>
                        </p:par>
                        <p:par>
                          <p:cTn id="47" fill="hold">
                            <p:stCondLst>
                              <p:cond delay="1700"/>
                            </p:stCondLst>
                            <p:childTnLst>
                              <p:par>
                                <p:cTn id="48" presetID="23" presetClass="entr" presetSubtype="16" fill="hold" nodeType="afterEffect">
                                  <p:stCondLst>
                                    <p:cond delay="0"/>
                                  </p:stCondLst>
                                  <p:childTnLst>
                                    <p:set>
                                      <p:cBhvr>
                                        <p:cTn id="49" dur="1" fill="hold">
                                          <p:stCondLst>
                                            <p:cond delay="0"/>
                                          </p:stCondLst>
                                        </p:cTn>
                                        <p:tgtEl>
                                          <p:spTgt spid="1963"/>
                                        </p:tgtEl>
                                        <p:attrNameLst>
                                          <p:attrName>style.visibility</p:attrName>
                                        </p:attrNameLst>
                                      </p:cBhvr>
                                      <p:to>
                                        <p:strVal val="visible"/>
                                      </p:to>
                                    </p:set>
                                    <p:anim calcmode="lin" valueType="num">
                                      <p:cBhvr additive="base">
                                        <p:cTn id="50" dur="200"/>
                                        <p:tgtEl>
                                          <p:spTgt spid="1963"/>
                                        </p:tgtEl>
                                        <p:attrNameLst>
                                          <p:attrName>ppt_w</p:attrName>
                                        </p:attrNameLst>
                                      </p:cBhvr>
                                      <p:tavLst>
                                        <p:tav tm="0">
                                          <p:val>
                                            <p:strVal val="0"/>
                                          </p:val>
                                        </p:tav>
                                        <p:tav tm="100000">
                                          <p:val>
                                            <p:strVal val="#ppt_w"/>
                                          </p:val>
                                        </p:tav>
                                      </p:tavLst>
                                    </p:anim>
                                    <p:anim calcmode="lin" valueType="num">
                                      <p:cBhvr additive="base">
                                        <p:cTn id="51" dur="200"/>
                                        <p:tgtEl>
                                          <p:spTgt spid="1963"/>
                                        </p:tgtEl>
                                        <p:attrNameLst>
                                          <p:attrName>ppt_h</p:attrName>
                                        </p:attrNameLst>
                                      </p:cBhvr>
                                      <p:tavLst>
                                        <p:tav tm="0">
                                          <p:val>
                                            <p:strVal val="0"/>
                                          </p:val>
                                        </p:tav>
                                        <p:tav tm="100000">
                                          <p:val>
                                            <p:strVal val="#ppt_h"/>
                                          </p:val>
                                        </p:tav>
                                      </p:tavLst>
                                    </p:anim>
                                  </p:childTnLst>
                                </p:cTn>
                              </p:par>
                            </p:childTnLst>
                          </p:cTn>
                        </p:par>
                        <p:par>
                          <p:cTn id="52" fill="hold">
                            <p:stCondLst>
                              <p:cond delay="1900"/>
                            </p:stCondLst>
                            <p:childTnLst>
                              <p:par>
                                <p:cTn id="53" presetID="23" presetClass="entr" presetSubtype="16" fill="hold" nodeType="afterEffect">
                                  <p:stCondLst>
                                    <p:cond delay="0"/>
                                  </p:stCondLst>
                                  <p:childTnLst>
                                    <p:set>
                                      <p:cBhvr>
                                        <p:cTn id="54" dur="1" fill="hold">
                                          <p:stCondLst>
                                            <p:cond delay="0"/>
                                          </p:stCondLst>
                                        </p:cTn>
                                        <p:tgtEl>
                                          <p:spTgt spid="1966"/>
                                        </p:tgtEl>
                                        <p:attrNameLst>
                                          <p:attrName>style.visibility</p:attrName>
                                        </p:attrNameLst>
                                      </p:cBhvr>
                                      <p:to>
                                        <p:strVal val="visible"/>
                                      </p:to>
                                    </p:set>
                                    <p:anim calcmode="lin" valueType="num">
                                      <p:cBhvr additive="base">
                                        <p:cTn id="55" dur="200"/>
                                        <p:tgtEl>
                                          <p:spTgt spid="1966"/>
                                        </p:tgtEl>
                                        <p:attrNameLst>
                                          <p:attrName>ppt_w</p:attrName>
                                        </p:attrNameLst>
                                      </p:cBhvr>
                                      <p:tavLst>
                                        <p:tav tm="0">
                                          <p:val>
                                            <p:strVal val="0"/>
                                          </p:val>
                                        </p:tav>
                                        <p:tav tm="100000">
                                          <p:val>
                                            <p:strVal val="#ppt_w"/>
                                          </p:val>
                                        </p:tav>
                                      </p:tavLst>
                                    </p:anim>
                                    <p:anim calcmode="lin" valueType="num">
                                      <p:cBhvr additive="base">
                                        <p:cTn id="56" dur="200"/>
                                        <p:tgtEl>
                                          <p:spTgt spid="1966"/>
                                        </p:tgtEl>
                                        <p:attrNameLst>
                                          <p:attrName>ppt_h</p:attrName>
                                        </p:attrNameLst>
                                      </p:cBhvr>
                                      <p:tavLst>
                                        <p:tav tm="0">
                                          <p:val>
                                            <p:strVal val="0"/>
                                          </p:val>
                                        </p:tav>
                                        <p:tav tm="100000">
                                          <p:val>
                                            <p:strVal val="#ppt_h"/>
                                          </p:val>
                                        </p:tav>
                                      </p:tavLst>
                                    </p:anim>
                                  </p:childTnLst>
                                </p:cTn>
                              </p:par>
                            </p:childTnLst>
                          </p:cTn>
                        </p:par>
                        <p:par>
                          <p:cTn id="57" fill="hold">
                            <p:stCondLst>
                              <p:cond delay="2100"/>
                            </p:stCondLst>
                            <p:childTnLst>
                              <p:par>
                                <p:cTn id="58" presetID="23" presetClass="entr" presetSubtype="16" fill="hold" nodeType="afterEffect">
                                  <p:stCondLst>
                                    <p:cond delay="0"/>
                                  </p:stCondLst>
                                  <p:childTnLst>
                                    <p:set>
                                      <p:cBhvr>
                                        <p:cTn id="59" dur="1" fill="hold">
                                          <p:stCondLst>
                                            <p:cond delay="0"/>
                                          </p:stCondLst>
                                        </p:cTn>
                                        <p:tgtEl>
                                          <p:spTgt spid="1983"/>
                                        </p:tgtEl>
                                        <p:attrNameLst>
                                          <p:attrName>style.visibility</p:attrName>
                                        </p:attrNameLst>
                                      </p:cBhvr>
                                      <p:to>
                                        <p:strVal val="visible"/>
                                      </p:to>
                                    </p:set>
                                    <p:anim calcmode="lin" valueType="num">
                                      <p:cBhvr additive="base">
                                        <p:cTn id="60" dur="200"/>
                                        <p:tgtEl>
                                          <p:spTgt spid="1983"/>
                                        </p:tgtEl>
                                        <p:attrNameLst>
                                          <p:attrName>ppt_w</p:attrName>
                                        </p:attrNameLst>
                                      </p:cBhvr>
                                      <p:tavLst>
                                        <p:tav tm="0">
                                          <p:val>
                                            <p:strVal val="0"/>
                                          </p:val>
                                        </p:tav>
                                        <p:tav tm="100000">
                                          <p:val>
                                            <p:strVal val="#ppt_w"/>
                                          </p:val>
                                        </p:tav>
                                      </p:tavLst>
                                    </p:anim>
                                    <p:anim calcmode="lin" valueType="num">
                                      <p:cBhvr additive="base">
                                        <p:cTn id="61" dur="200"/>
                                        <p:tgtEl>
                                          <p:spTgt spid="1983"/>
                                        </p:tgtEl>
                                        <p:attrNameLst>
                                          <p:attrName>ppt_h</p:attrName>
                                        </p:attrNameLst>
                                      </p:cBhvr>
                                      <p:tavLst>
                                        <p:tav tm="0">
                                          <p:val>
                                            <p:strVal val="0"/>
                                          </p:val>
                                        </p:tav>
                                        <p:tav tm="100000">
                                          <p:val>
                                            <p:strVal val="#ppt_h"/>
                                          </p:val>
                                        </p:tav>
                                      </p:tavLst>
                                    </p:anim>
                                  </p:childTnLst>
                                </p:cTn>
                              </p:par>
                            </p:childTnLst>
                          </p:cTn>
                        </p:par>
                        <p:par>
                          <p:cTn id="62" fill="hold">
                            <p:stCondLst>
                              <p:cond delay="2300"/>
                            </p:stCondLst>
                            <p:childTnLst>
                              <p:par>
                                <p:cTn id="63" presetID="23" presetClass="entr" presetSubtype="16" fill="hold" nodeType="afterEffect">
                                  <p:stCondLst>
                                    <p:cond delay="0"/>
                                  </p:stCondLst>
                                  <p:childTnLst>
                                    <p:set>
                                      <p:cBhvr>
                                        <p:cTn id="64" dur="1" fill="hold">
                                          <p:stCondLst>
                                            <p:cond delay="0"/>
                                          </p:stCondLst>
                                        </p:cTn>
                                        <p:tgtEl>
                                          <p:spTgt spid="1968"/>
                                        </p:tgtEl>
                                        <p:attrNameLst>
                                          <p:attrName>style.visibility</p:attrName>
                                        </p:attrNameLst>
                                      </p:cBhvr>
                                      <p:to>
                                        <p:strVal val="visible"/>
                                      </p:to>
                                    </p:set>
                                    <p:anim calcmode="lin" valueType="num">
                                      <p:cBhvr additive="base">
                                        <p:cTn id="65" dur="200"/>
                                        <p:tgtEl>
                                          <p:spTgt spid="1968"/>
                                        </p:tgtEl>
                                        <p:attrNameLst>
                                          <p:attrName>ppt_w</p:attrName>
                                        </p:attrNameLst>
                                      </p:cBhvr>
                                      <p:tavLst>
                                        <p:tav tm="0">
                                          <p:val>
                                            <p:strVal val="0"/>
                                          </p:val>
                                        </p:tav>
                                        <p:tav tm="100000">
                                          <p:val>
                                            <p:strVal val="#ppt_w"/>
                                          </p:val>
                                        </p:tav>
                                      </p:tavLst>
                                    </p:anim>
                                    <p:anim calcmode="lin" valueType="num">
                                      <p:cBhvr additive="base">
                                        <p:cTn id="66" dur="200"/>
                                        <p:tgtEl>
                                          <p:spTgt spid="1968"/>
                                        </p:tgtEl>
                                        <p:attrNameLst>
                                          <p:attrName>ppt_h</p:attrName>
                                        </p:attrNameLst>
                                      </p:cBhvr>
                                      <p:tavLst>
                                        <p:tav tm="0">
                                          <p:val>
                                            <p:strVal val="0"/>
                                          </p:val>
                                        </p:tav>
                                        <p:tav tm="100000">
                                          <p:val>
                                            <p:strVal val="#ppt_h"/>
                                          </p:val>
                                        </p:tav>
                                      </p:tavLst>
                                    </p:anim>
                                  </p:childTnLst>
                                </p:cTn>
                              </p:par>
                            </p:childTnLst>
                          </p:cTn>
                        </p:par>
                        <p:par>
                          <p:cTn id="67" fill="hold">
                            <p:stCondLst>
                              <p:cond delay="2500"/>
                            </p:stCondLst>
                            <p:childTnLst>
                              <p:par>
                                <p:cTn id="68" presetID="23" presetClass="entr" presetSubtype="16" fill="hold" nodeType="afterEffect">
                                  <p:stCondLst>
                                    <p:cond delay="0"/>
                                  </p:stCondLst>
                                  <p:childTnLst>
                                    <p:set>
                                      <p:cBhvr>
                                        <p:cTn id="69" dur="1" fill="hold">
                                          <p:stCondLst>
                                            <p:cond delay="0"/>
                                          </p:stCondLst>
                                        </p:cTn>
                                        <p:tgtEl>
                                          <p:spTgt spid="1960"/>
                                        </p:tgtEl>
                                        <p:attrNameLst>
                                          <p:attrName>style.visibility</p:attrName>
                                        </p:attrNameLst>
                                      </p:cBhvr>
                                      <p:to>
                                        <p:strVal val="visible"/>
                                      </p:to>
                                    </p:set>
                                    <p:anim calcmode="lin" valueType="num">
                                      <p:cBhvr additive="base">
                                        <p:cTn id="70" dur="200"/>
                                        <p:tgtEl>
                                          <p:spTgt spid="1960"/>
                                        </p:tgtEl>
                                        <p:attrNameLst>
                                          <p:attrName>ppt_w</p:attrName>
                                        </p:attrNameLst>
                                      </p:cBhvr>
                                      <p:tavLst>
                                        <p:tav tm="0">
                                          <p:val>
                                            <p:strVal val="0"/>
                                          </p:val>
                                        </p:tav>
                                        <p:tav tm="100000">
                                          <p:val>
                                            <p:strVal val="#ppt_w"/>
                                          </p:val>
                                        </p:tav>
                                      </p:tavLst>
                                    </p:anim>
                                    <p:anim calcmode="lin" valueType="num">
                                      <p:cBhvr additive="base">
                                        <p:cTn id="71" dur="200"/>
                                        <p:tgtEl>
                                          <p:spTgt spid="1960"/>
                                        </p:tgtEl>
                                        <p:attrNameLst>
                                          <p:attrName>ppt_h</p:attrName>
                                        </p:attrNameLst>
                                      </p:cBhvr>
                                      <p:tavLst>
                                        <p:tav tm="0">
                                          <p:val>
                                            <p:strVal val="0"/>
                                          </p:val>
                                        </p:tav>
                                        <p:tav tm="100000">
                                          <p:val>
                                            <p:strVal val="#ppt_h"/>
                                          </p:val>
                                        </p:tav>
                                      </p:tavLst>
                                    </p:anim>
                                  </p:childTnLst>
                                </p:cTn>
                              </p:par>
                            </p:childTnLst>
                          </p:cTn>
                        </p:par>
                        <p:par>
                          <p:cTn id="72" fill="hold">
                            <p:stCondLst>
                              <p:cond delay="2700"/>
                            </p:stCondLst>
                            <p:childTnLst>
                              <p:par>
                                <p:cTn id="73" presetID="23" presetClass="entr" presetSubtype="16" fill="hold" nodeType="afterEffect">
                                  <p:stCondLst>
                                    <p:cond delay="0"/>
                                  </p:stCondLst>
                                  <p:childTnLst>
                                    <p:set>
                                      <p:cBhvr>
                                        <p:cTn id="74" dur="1" fill="hold">
                                          <p:stCondLst>
                                            <p:cond delay="0"/>
                                          </p:stCondLst>
                                        </p:cTn>
                                        <p:tgtEl>
                                          <p:spTgt spid="1958"/>
                                        </p:tgtEl>
                                        <p:attrNameLst>
                                          <p:attrName>style.visibility</p:attrName>
                                        </p:attrNameLst>
                                      </p:cBhvr>
                                      <p:to>
                                        <p:strVal val="visible"/>
                                      </p:to>
                                    </p:set>
                                    <p:anim calcmode="lin" valueType="num">
                                      <p:cBhvr additive="base">
                                        <p:cTn id="75" dur="200"/>
                                        <p:tgtEl>
                                          <p:spTgt spid="1958"/>
                                        </p:tgtEl>
                                        <p:attrNameLst>
                                          <p:attrName>ppt_w</p:attrName>
                                        </p:attrNameLst>
                                      </p:cBhvr>
                                      <p:tavLst>
                                        <p:tav tm="0">
                                          <p:val>
                                            <p:strVal val="0"/>
                                          </p:val>
                                        </p:tav>
                                        <p:tav tm="100000">
                                          <p:val>
                                            <p:strVal val="#ppt_w"/>
                                          </p:val>
                                        </p:tav>
                                      </p:tavLst>
                                    </p:anim>
                                    <p:anim calcmode="lin" valueType="num">
                                      <p:cBhvr additive="base">
                                        <p:cTn id="76" dur="200"/>
                                        <p:tgtEl>
                                          <p:spTgt spid="1958"/>
                                        </p:tgtEl>
                                        <p:attrNameLst>
                                          <p:attrName>ppt_h</p:attrName>
                                        </p:attrNameLst>
                                      </p:cBhvr>
                                      <p:tavLst>
                                        <p:tav tm="0">
                                          <p:val>
                                            <p:strVal val="0"/>
                                          </p:val>
                                        </p:tav>
                                        <p:tav tm="100000">
                                          <p:val>
                                            <p:strVal val="#ppt_h"/>
                                          </p:val>
                                        </p:tav>
                                      </p:tavLst>
                                    </p:anim>
                                  </p:childTnLst>
                                </p:cTn>
                              </p:par>
                            </p:childTnLst>
                          </p:cTn>
                        </p:par>
                        <p:par>
                          <p:cTn id="77" fill="hold">
                            <p:stCondLst>
                              <p:cond delay="2900"/>
                            </p:stCondLst>
                            <p:childTnLst>
                              <p:par>
                                <p:cTn id="78" presetID="23" presetClass="entr" presetSubtype="16" fill="hold" nodeType="afterEffect">
                                  <p:stCondLst>
                                    <p:cond delay="0"/>
                                  </p:stCondLst>
                                  <p:childTnLst>
                                    <p:set>
                                      <p:cBhvr>
                                        <p:cTn id="79" dur="1" fill="hold">
                                          <p:stCondLst>
                                            <p:cond delay="0"/>
                                          </p:stCondLst>
                                        </p:cTn>
                                        <p:tgtEl>
                                          <p:spTgt spid="1962"/>
                                        </p:tgtEl>
                                        <p:attrNameLst>
                                          <p:attrName>style.visibility</p:attrName>
                                        </p:attrNameLst>
                                      </p:cBhvr>
                                      <p:to>
                                        <p:strVal val="visible"/>
                                      </p:to>
                                    </p:set>
                                    <p:anim calcmode="lin" valueType="num">
                                      <p:cBhvr additive="base">
                                        <p:cTn id="80" dur="200"/>
                                        <p:tgtEl>
                                          <p:spTgt spid="1962"/>
                                        </p:tgtEl>
                                        <p:attrNameLst>
                                          <p:attrName>ppt_w</p:attrName>
                                        </p:attrNameLst>
                                      </p:cBhvr>
                                      <p:tavLst>
                                        <p:tav tm="0">
                                          <p:val>
                                            <p:strVal val="0"/>
                                          </p:val>
                                        </p:tav>
                                        <p:tav tm="100000">
                                          <p:val>
                                            <p:strVal val="#ppt_w"/>
                                          </p:val>
                                        </p:tav>
                                      </p:tavLst>
                                    </p:anim>
                                    <p:anim calcmode="lin" valueType="num">
                                      <p:cBhvr additive="base">
                                        <p:cTn id="81" dur="200"/>
                                        <p:tgtEl>
                                          <p:spTgt spid="1962"/>
                                        </p:tgtEl>
                                        <p:attrNameLst>
                                          <p:attrName>ppt_h</p:attrName>
                                        </p:attrNameLst>
                                      </p:cBhvr>
                                      <p:tavLst>
                                        <p:tav tm="0">
                                          <p:val>
                                            <p:strVal val="0"/>
                                          </p:val>
                                        </p:tav>
                                        <p:tav tm="100000">
                                          <p:val>
                                            <p:strVal val="#ppt_h"/>
                                          </p:val>
                                        </p:tav>
                                      </p:tavLst>
                                    </p:anim>
                                  </p:childTnLst>
                                </p:cTn>
                              </p:par>
                            </p:childTnLst>
                          </p:cTn>
                        </p:par>
                        <p:par>
                          <p:cTn id="82" fill="hold">
                            <p:stCondLst>
                              <p:cond delay="3100"/>
                            </p:stCondLst>
                            <p:childTnLst>
                              <p:par>
                                <p:cTn id="83" presetID="23" presetClass="entr" presetSubtype="16" fill="hold" nodeType="afterEffect">
                                  <p:stCondLst>
                                    <p:cond delay="0"/>
                                  </p:stCondLst>
                                  <p:childTnLst>
                                    <p:set>
                                      <p:cBhvr>
                                        <p:cTn id="84" dur="1" fill="hold">
                                          <p:stCondLst>
                                            <p:cond delay="0"/>
                                          </p:stCondLst>
                                        </p:cTn>
                                        <p:tgtEl>
                                          <p:spTgt spid="1975"/>
                                        </p:tgtEl>
                                        <p:attrNameLst>
                                          <p:attrName>style.visibility</p:attrName>
                                        </p:attrNameLst>
                                      </p:cBhvr>
                                      <p:to>
                                        <p:strVal val="visible"/>
                                      </p:to>
                                    </p:set>
                                    <p:anim calcmode="lin" valueType="num">
                                      <p:cBhvr additive="base">
                                        <p:cTn id="85" dur="200"/>
                                        <p:tgtEl>
                                          <p:spTgt spid="1975"/>
                                        </p:tgtEl>
                                        <p:attrNameLst>
                                          <p:attrName>ppt_w</p:attrName>
                                        </p:attrNameLst>
                                      </p:cBhvr>
                                      <p:tavLst>
                                        <p:tav tm="0">
                                          <p:val>
                                            <p:strVal val="0"/>
                                          </p:val>
                                        </p:tav>
                                        <p:tav tm="100000">
                                          <p:val>
                                            <p:strVal val="#ppt_w"/>
                                          </p:val>
                                        </p:tav>
                                      </p:tavLst>
                                    </p:anim>
                                    <p:anim calcmode="lin" valueType="num">
                                      <p:cBhvr additive="base">
                                        <p:cTn id="86" dur="200"/>
                                        <p:tgtEl>
                                          <p:spTgt spid="1975"/>
                                        </p:tgtEl>
                                        <p:attrNameLst>
                                          <p:attrName>ppt_h</p:attrName>
                                        </p:attrNameLst>
                                      </p:cBhvr>
                                      <p:tavLst>
                                        <p:tav tm="0">
                                          <p:val>
                                            <p:strVal val="0"/>
                                          </p:val>
                                        </p:tav>
                                        <p:tav tm="100000">
                                          <p:val>
                                            <p:strVal val="#ppt_h"/>
                                          </p:val>
                                        </p:tav>
                                      </p:tavLst>
                                    </p:anim>
                                  </p:childTnLst>
                                </p:cTn>
                              </p:par>
                            </p:childTnLst>
                          </p:cTn>
                        </p:par>
                        <p:par>
                          <p:cTn id="87" fill="hold">
                            <p:stCondLst>
                              <p:cond delay="3300"/>
                            </p:stCondLst>
                            <p:childTnLst>
                              <p:par>
                                <p:cTn id="88" presetID="23" presetClass="entr" presetSubtype="16" fill="hold" nodeType="afterEffect">
                                  <p:stCondLst>
                                    <p:cond delay="0"/>
                                  </p:stCondLst>
                                  <p:childTnLst>
                                    <p:set>
                                      <p:cBhvr>
                                        <p:cTn id="89" dur="1" fill="hold">
                                          <p:stCondLst>
                                            <p:cond delay="0"/>
                                          </p:stCondLst>
                                        </p:cTn>
                                        <p:tgtEl>
                                          <p:spTgt spid="1984"/>
                                        </p:tgtEl>
                                        <p:attrNameLst>
                                          <p:attrName>style.visibility</p:attrName>
                                        </p:attrNameLst>
                                      </p:cBhvr>
                                      <p:to>
                                        <p:strVal val="visible"/>
                                      </p:to>
                                    </p:set>
                                    <p:anim calcmode="lin" valueType="num">
                                      <p:cBhvr additive="base">
                                        <p:cTn id="90" dur="200"/>
                                        <p:tgtEl>
                                          <p:spTgt spid="1984"/>
                                        </p:tgtEl>
                                        <p:attrNameLst>
                                          <p:attrName>ppt_w</p:attrName>
                                        </p:attrNameLst>
                                      </p:cBhvr>
                                      <p:tavLst>
                                        <p:tav tm="0">
                                          <p:val>
                                            <p:strVal val="0"/>
                                          </p:val>
                                        </p:tav>
                                        <p:tav tm="100000">
                                          <p:val>
                                            <p:strVal val="#ppt_w"/>
                                          </p:val>
                                        </p:tav>
                                      </p:tavLst>
                                    </p:anim>
                                    <p:anim calcmode="lin" valueType="num">
                                      <p:cBhvr additive="base">
                                        <p:cTn id="91" dur="200"/>
                                        <p:tgtEl>
                                          <p:spTgt spid="1984"/>
                                        </p:tgtEl>
                                        <p:attrNameLst>
                                          <p:attrName>ppt_h</p:attrName>
                                        </p:attrNameLst>
                                      </p:cBhvr>
                                      <p:tavLst>
                                        <p:tav tm="0">
                                          <p:val>
                                            <p:strVal val="0"/>
                                          </p:val>
                                        </p:tav>
                                        <p:tav tm="100000">
                                          <p:val>
                                            <p:strVal val="#ppt_h"/>
                                          </p:val>
                                        </p:tav>
                                      </p:tavLst>
                                    </p:anim>
                                  </p:childTnLst>
                                </p:cTn>
                              </p:par>
                            </p:childTnLst>
                          </p:cTn>
                        </p:par>
                        <p:par>
                          <p:cTn id="92" fill="hold">
                            <p:stCondLst>
                              <p:cond delay="3500"/>
                            </p:stCondLst>
                            <p:childTnLst>
                              <p:par>
                                <p:cTn id="93" presetID="23" presetClass="entr" presetSubtype="16" fill="hold" nodeType="afterEffect">
                                  <p:stCondLst>
                                    <p:cond delay="0"/>
                                  </p:stCondLst>
                                  <p:childTnLst>
                                    <p:set>
                                      <p:cBhvr>
                                        <p:cTn id="94" dur="1" fill="hold">
                                          <p:stCondLst>
                                            <p:cond delay="0"/>
                                          </p:stCondLst>
                                        </p:cTn>
                                        <p:tgtEl>
                                          <p:spTgt spid="1965"/>
                                        </p:tgtEl>
                                        <p:attrNameLst>
                                          <p:attrName>style.visibility</p:attrName>
                                        </p:attrNameLst>
                                      </p:cBhvr>
                                      <p:to>
                                        <p:strVal val="visible"/>
                                      </p:to>
                                    </p:set>
                                    <p:anim calcmode="lin" valueType="num">
                                      <p:cBhvr additive="base">
                                        <p:cTn id="95" dur="200"/>
                                        <p:tgtEl>
                                          <p:spTgt spid="1965"/>
                                        </p:tgtEl>
                                        <p:attrNameLst>
                                          <p:attrName>ppt_w</p:attrName>
                                        </p:attrNameLst>
                                      </p:cBhvr>
                                      <p:tavLst>
                                        <p:tav tm="0">
                                          <p:val>
                                            <p:strVal val="0"/>
                                          </p:val>
                                        </p:tav>
                                        <p:tav tm="100000">
                                          <p:val>
                                            <p:strVal val="#ppt_w"/>
                                          </p:val>
                                        </p:tav>
                                      </p:tavLst>
                                    </p:anim>
                                    <p:anim calcmode="lin" valueType="num">
                                      <p:cBhvr additive="base">
                                        <p:cTn id="96" dur="200"/>
                                        <p:tgtEl>
                                          <p:spTgt spid="1965"/>
                                        </p:tgtEl>
                                        <p:attrNameLst>
                                          <p:attrName>ppt_h</p:attrName>
                                        </p:attrNameLst>
                                      </p:cBhvr>
                                      <p:tavLst>
                                        <p:tav tm="0">
                                          <p:val>
                                            <p:strVal val="0"/>
                                          </p:val>
                                        </p:tav>
                                        <p:tav tm="100000">
                                          <p:val>
                                            <p:strVal val="#ppt_h"/>
                                          </p:val>
                                        </p:tav>
                                      </p:tavLst>
                                    </p:anim>
                                  </p:childTnLst>
                                </p:cTn>
                              </p:par>
                            </p:childTnLst>
                          </p:cTn>
                        </p:par>
                        <p:par>
                          <p:cTn id="97" fill="hold">
                            <p:stCondLst>
                              <p:cond delay="3700"/>
                            </p:stCondLst>
                            <p:childTnLst>
                              <p:par>
                                <p:cTn id="98" presetID="23" presetClass="entr" presetSubtype="16" fill="hold" nodeType="afterEffect">
                                  <p:stCondLst>
                                    <p:cond delay="0"/>
                                  </p:stCondLst>
                                  <p:childTnLst>
                                    <p:set>
                                      <p:cBhvr>
                                        <p:cTn id="99" dur="1" fill="hold">
                                          <p:stCondLst>
                                            <p:cond delay="0"/>
                                          </p:stCondLst>
                                        </p:cTn>
                                        <p:tgtEl>
                                          <p:spTgt spid="1967"/>
                                        </p:tgtEl>
                                        <p:attrNameLst>
                                          <p:attrName>style.visibility</p:attrName>
                                        </p:attrNameLst>
                                      </p:cBhvr>
                                      <p:to>
                                        <p:strVal val="visible"/>
                                      </p:to>
                                    </p:set>
                                    <p:anim calcmode="lin" valueType="num">
                                      <p:cBhvr additive="base">
                                        <p:cTn id="100" dur="200"/>
                                        <p:tgtEl>
                                          <p:spTgt spid="1967"/>
                                        </p:tgtEl>
                                        <p:attrNameLst>
                                          <p:attrName>ppt_w</p:attrName>
                                        </p:attrNameLst>
                                      </p:cBhvr>
                                      <p:tavLst>
                                        <p:tav tm="0">
                                          <p:val>
                                            <p:strVal val="0"/>
                                          </p:val>
                                        </p:tav>
                                        <p:tav tm="100000">
                                          <p:val>
                                            <p:strVal val="#ppt_w"/>
                                          </p:val>
                                        </p:tav>
                                      </p:tavLst>
                                    </p:anim>
                                    <p:anim calcmode="lin" valueType="num">
                                      <p:cBhvr additive="base">
                                        <p:cTn id="101" dur="200"/>
                                        <p:tgtEl>
                                          <p:spTgt spid="1967"/>
                                        </p:tgtEl>
                                        <p:attrNameLst>
                                          <p:attrName>ppt_h</p:attrName>
                                        </p:attrNameLst>
                                      </p:cBhvr>
                                      <p:tavLst>
                                        <p:tav tm="0">
                                          <p:val>
                                            <p:strVal val="0"/>
                                          </p:val>
                                        </p:tav>
                                        <p:tav tm="100000">
                                          <p:val>
                                            <p:strVal val="#ppt_h"/>
                                          </p:val>
                                        </p:tav>
                                      </p:tavLst>
                                    </p:anim>
                                  </p:childTnLst>
                                </p:cTn>
                              </p:par>
                            </p:childTnLst>
                          </p:cTn>
                        </p:par>
                        <p:par>
                          <p:cTn id="102" fill="hold">
                            <p:stCondLst>
                              <p:cond delay="3900"/>
                            </p:stCondLst>
                            <p:childTnLst>
                              <p:par>
                                <p:cTn id="103" presetID="23" presetClass="entr" presetSubtype="16" fill="hold" nodeType="afterEffect">
                                  <p:stCondLst>
                                    <p:cond delay="0"/>
                                  </p:stCondLst>
                                  <p:childTnLst>
                                    <p:set>
                                      <p:cBhvr>
                                        <p:cTn id="104" dur="1" fill="hold">
                                          <p:stCondLst>
                                            <p:cond delay="0"/>
                                          </p:stCondLst>
                                        </p:cTn>
                                        <p:tgtEl>
                                          <p:spTgt spid="1976"/>
                                        </p:tgtEl>
                                        <p:attrNameLst>
                                          <p:attrName>style.visibility</p:attrName>
                                        </p:attrNameLst>
                                      </p:cBhvr>
                                      <p:to>
                                        <p:strVal val="visible"/>
                                      </p:to>
                                    </p:set>
                                    <p:anim calcmode="lin" valueType="num">
                                      <p:cBhvr additive="base">
                                        <p:cTn id="105" dur="200"/>
                                        <p:tgtEl>
                                          <p:spTgt spid="1976"/>
                                        </p:tgtEl>
                                        <p:attrNameLst>
                                          <p:attrName>ppt_w</p:attrName>
                                        </p:attrNameLst>
                                      </p:cBhvr>
                                      <p:tavLst>
                                        <p:tav tm="0">
                                          <p:val>
                                            <p:strVal val="0"/>
                                          </p:val>
                                        </p:tav>
                                        <p:tav tm="100000">
                                          <p:val>
                                            <p:strVal val="#ppt_w"/>
                                          </p:val>
                                        </p:tav>
                                      </p:tavLst>
                                    </p:anim>
                                    <p:anim calcmode="lin" valueType="num">
                                      <p:cBhvr additive="base">
                                        <p:cTn id="106" dur="200"/>
                                        <p:tgtEl>
                                          <p:spTgt spid="1976"/>
                                        </p:tgtEl>
                                        <p:attrNameLst>
                                          <p:attrName>ppt_h</p:attrName>
                                        </p:attrNameLst>
                                      </p:cBhvr>
                                      <p:tavLst>
                                        <p:tav tm="0">
                                          <p:val>
                                            <p:strVal val="0"/>
                                          </p:val>
                                        </p:tav>
                                        <p:tav tm="100000">
                                          <p:val>
                                            <p:strVal val="#ppt_h"/>
                                          </p:val>
                                        </p:tav>
                                      </p:tavLst>
                                    </p:anim>
                                  </p:childTnLst>
                                </p:cTn>
                              </p:par>
                            </p:childTnLst>
                          </p:cTn>
                        </p:par>
                        <p:par>
                          <p:cTn id="107" fill="hold">
                            <p:stCondLst>
                              <p:cond delay="4100"/>
                            </p:stCondLst>
                            <p:childTnLst>
                              <p:par>
                                <p:cTn id="108" presetID="23" presetClass="entr" presetSubtype="16" fill="hold" nodeType="afterEffect">
                                  <p:stCondLst>
                                    <p:cond delay="0"/>
                                  </p:stCondLst>
                                  <p:childTnLst>
                                    <p:set>
                                      <p:cBhvr>
                                        <p:cTn id="109" dur="1" fill="hold">
                                          <p:stCondLst>
                                            <p:cond delay="0"/>
                                          </p:stCondLst>
                                        </p:cTn>
                                        <p:tgtEl>
                                          <p:spTgt spid="1964"/>
                                        </p:tgtEl>
                                        <p:attrNameLst>
                                          <p:attrName>style.visibility</p:attrName>
                                        </p:attrNameLst>
                                      </p:cBhvr>
                                      <p:to>
                                        <p:strVal val="visible"/>
                                      </p:to>
                                    </p:set>
                                    <p:anim calcmode="lin" valueType="num">
                                      <p:cBhvr additive="base">
                                        <p:cTn id="110" dur="200"/>
                                        <p:tgtEl>
                                          <p:spTgt spid="1964"/>
                                        </p:tgtEl>
                                        <p:attrNameLst>
                                          <p:attrName>ppt_w</p:attrName>
                                        </p:attrNameLst>
                                      </p:cBhvr>
                                      <p:tavLst>
                                        <p:tav tm="0">
                                          <p:val>
                                            <p:strVal val="0"/>
                                          </p:val>
                                        </p:tav>
                                        <p:tav tm="100000">
                                          <p:val>
                                            <p:strVal val="#ppt_w"/>
                                          </p:val>
                                        </p:tav>
                                      </p:tavLst>
                                    </p:anim>
                                    <p:anim calcmode="lin" valueType="num">
                                      <p:cBhvr additive="base">
                                        <p:cTn id="111" dur="200"/>
                                        <p:tgtEl>
                                          <p:spTgt spid="1964"/>
                                        </p:tgtEl>
                                        <p:attrNameLst>
                                          <p:attrName>ppt_h</p:attrName>
                                        </p:attrNameLst>
                                      </p:cBhvr>
                                      <p:tavLst>
                                        <p:tav tm="0">
                                          <p:val>
                                            <p:strVal val="0"/>
                                          </p:val>
                                        </p:tav>
                                        <p:tav tm="100000">
                                          <p:val>
                                            <p:strVal val="#ppt_h"/>
                                          </p:val>
                                        </p:tav>
                                      </p:tavLst>
                                    </p:anim>
                                  </p:childTnLst>
                                </p:cTn>
                              </p:par>
                              <p:par>
                                <p:cTn id="112" presetID="10" presetClass="entr" presetSubtype="0" fill="hold" nodeType="withEffect">
                                  <p:stCondLst>
                                    <p:cond delay="0"/>
                                  </p:stCondLst>
                                  <p:childTnLst>
                                    <p:set>
                                      <p:cBhvr>
                                        <p:cTn id="113" dur="1" fill="hold">
                                          <p:stCondLst>
                                            <p:cond delay="0"/>
                                          </p:stCondLst>
                                        </p:cTn>
                                        <p:tgtEl>
                                          <p:spTgt spid="1957"/>
                                        </p:tgtEl>
                                        <p:attrNameLst>
                                          <p:attrName>style.visibility</p:attrName>
                                        </p:attrNameLst>
                                      </p:cBhvr>
                                      <p:to>
                                        <p:strVal val="visible"/>
                                      </p:to>
                                    </p:set>
                                    <p:animEffect transition="in" filter="fade">
                                      <p:cBhvr>
                                        <p:cTn id="114" dur="300"/>
                                        <p:tgtEl>
                                          <p:spTgt spid="1957"/>
                                        </p:tgtEl>
                                      </p:cBhvr>
                                    </p:animEffect>
                                  </p:childTnLst>
                                </p:cTn>
                              </p:par>
                            </p:childTnLst>
                          </p:cTn>
                        </p:par>
                        <p:par>
                          <p:cTn id="115" fill="hold">
                            <p:stCondLst>
                              <p:cond delay="4400"/>
                            </p:stCondLst>
                            <p:childTnLst>
                              <p:par>
                                <p:cTn id="116" presetID="23" presetClass="entr" presetSubtype="16" fill="hold" nodeType="afterEffect">
                                  <p:stCondLst>
                                    <p:cond delay="0"/>
                                  </p:stCondLst>
                                  <p:childTnLst>
                                    <p:set>
                                      <p:cBhvr>
                                        <p:cTn id="117" dur="1" fill="hold">
                                          <p:stCondLst>
                                            <p:cond delay="0"/>
                                          </p:stCondLst>
                                        </p:cTn>
                                        <p:tgtEl>
                                          <p:spTgt spid="1977"/>
                                        </p:tgtEl>
                                        <p:attrNameLst>
                                          <p:attrName>style.visibility</p:attrName>
                                        </p:attrNameLst>
                                      </p:cBhvr>
                                      <p:to>
                                        <p:strVal val="visible"/>
                                      </p:to>
                                    </p:set>
                                    <p:anim calcmode="lin" valueType="num">
                                      <p:cBhvr additive="base">
                                        <p:cTn id="118" dur="200"/>
                                        <p:tgtEl>
                                          <p:spTgt spid="1977"/>
                                        </p:tgtEl>
                                        <p:attrNameLst>
                                          <p:attrName>ppt_w</p:attrName>
                                        </p:attrNameLst>
                                      </p:cBhvr>
                                      <p:tavLst>
                                        <p:tav tm="0">
                                          <p:val>
                                            <p:strVal val="0"/>
                                          </p:val>
                                        </p:tav>
                                        <p:tav tm="100000">
                                          <p:val>
                                            <p:strVal val="#ppt_w"/>
                                          </p:val>
                                        </p:tav>
                                      </p:tavLst>
                                    </p:anim>
                                    <p:anim calcmode="lin" valueType="num">
                                      <p:cBhvr additive="base">
                                        <p:cTn id="119" dur="200"/>
                                        <p:tgtEl>
                                          <p:spTgt spid="1977"/>
                                        </p:tgtEl>
                                        <p:attrNameLst>
                                          <p:attrName>ppt_h</p:attrName>
                                        </p:attrNameLst>
                                      </p:cBhvr>
                                      <p:tavLst>
                                        <p:tav tm="0">
                                          <p:val>
                                            <p:strVal val="0"/>
                                          </p:val>
                                        </p:tav>
                                        <p:tav tm="100000">
                                          <p:val>
                                            <p:strVal val="#ppt_h"/>
                                          </p:val>
                                        </p:tav>
                                      </p:tavLst>
                                    </p:anim>
                                  </p:childTnLst>
                                </p:cTn>
                              </p:par>
                            </p:childTnLst>
                          </p:cTn>
                        </p:par>
                        <p:par>
                          <p:cTn id="120" fill="hold">
                            <p:stCondLst>
                              <p:cond delay="4600"/>
                            </p:stCondLst>
                            <p:childTnLst>
                              <p:par>
                                <p:cTn id="121" presetID="23" presetClass="entr" presetSubtype="16" fill="hold" nodeType="afterEffect">
                                  <p:stCondLst>
                                    <p:cond delay="0"/>
                                  </p:stCondLst>
                                  <p:childTnLst>
                                    <p:set>
                                      <p:cBhvr>
                                        <p:cTn id="122" dur="1" fill="hold">
                                          <p:stCondLst>
                                            <p:cond delay="0"/>
                                          </p:stCondLst>
                                        </p:cTn>
                                        <p:tgtEl>
                                          <p:spTgt spid="1982"/>
                                        </p:tgtEl>
                                        <p:attrNameLst>
                                          <p:attrName>style.visibility</p:attrName>
                                        </p:attrNameLst>
                                      </p:cBhvr>
                                      <p:to>
                                        <p:strVal val="visible"/>
                                      </p:to>
                                    </p:set>
                                    <p:anim calcmode="lin" valueType="num">
                                      <p:cBhvr additive="base">
                                        <p:cTn id="123" dur="200"/>
                                        <p:tgtEl>
                                          <p:spTgt spid="1982"/>
                                        </p:tgtEl>
                                        <p:attrNameLst>
                                          <p:attrName>ppt_w</p:attrName>
                                        </p:attrNameLst>
                                      </p:cBhvr>
                                      <p:tavLst>
                                        <p:tav tm="0">
                                          <p:val>
                                            <p:strVal val="0"/>
                                          </p:val>
                                        </p:tav>
                                        <p:tav tm="100000">
                                          <p:val>
                                            <p:strVal val="#ppt_w"/>
                                          </p:val>
                                        </p:tav>
                                      </p:tavLst>
                                    </p:anim>
                                    <p:anim calcmode="lin" valueType="num">
                                      <p:cBhvr additive="base">
                                        <p:cTn id="124" dur="200"/>
                                        <p:tgtEl>
                                          <p:spTgt spid="1982"/>
                                        </p:tgtEl>
                                        <p:attrNameLst>
                                          <p:attrName>ppt_h</p:attrName>
                                        </p:attrNameLst>
                                      </p:cBhvr>
                                      <p:tavLst>
                                        <p:tav tm="0">
                                          <p:val>
                                            <p:strVal val="0"/>
                                          </p:val>
                                        </p:tav>
                                        <p:tav tm="100000">
                                          <p:val>
                                            <p:strVal val="#ppt_h"/>
                                          </p:val>
                                        </p:tav>
                                      </p:tavLst>
                                    </p:anim>
                                  </p:childTnLst>
                                </p:cTn>
                              </p:par>
                            </p:childTnLst>
                          </p:cTn>
                        </p:par>
                        <p:par>
                          <p:cTn id="125" fill="hold">
                            <p:stCondLst>
                              <p:cond delay="4800"/>
                            </p:stCondLst>
                            <p:childTnLst>
                              <p:par>
                                <p:cTn id="126" presetID="23" presetClass="entr" presetSubtype="16" fill="hold" nodeType="afterEffect">
                                  <p:stCondLst>
                                    <p:cond delay="0"/>
                                  </p:stCondLst>
                                  <p:childTnLst>
                                    <p:set>
                                      <p:cBhvr>
                                        <p:cTn id="127" dur="1" fill="hold">
                                          <p:stCondLst>
                                            <p:cond delay="0"/>
                                          </p:stCondLst>
                                        </p:cTn>
                                        <p:tgtEl>
                                          <p:spTgt spid="1979"/>
                                        </p:tgtEl>
                                        <p:attrNameLst>
                                          <p:attrName>style.visibility</p:attrName>
                                        </p:attrNameLst>
                                      </p:cBhvr>
                                      <p:to>
                                        <p:strVal val="visible"/>
                                      </p:to>
                                    </p:set>
                                    <p:anim calcmode="lin" valueType="num">
                                      <p:cBhvr additive="base">
                                        <p:cTn id="128" dur="200"/>
                                        <p:tgtEl>
                                          <p:spTgt spid="1979"/>
                                        </p:tgtEl>
                                        <p:attrNameLst>
                                          <p:attrName>ppt_w</p:attrName>
                                        </p:attrNameLst>
                                      </p:cBhvr>
                                      <p:tavLst>
                                        <p:tav tm="0">
                                          <p:val>
                                            <p:strVal val="0"/>
                                          </p:val>
                                        </p:tav>
                                        <p:tav tm="100000">
                                          <p:val>
                                            <p:strVal val="#ppt_w"/>
                                          </p:val>
                                        </p:tav>
                                      </p:tavLst>
                                    </p:anim>
                                    <p:anim calcmode="lin" valueType="num">
                                      <p:cBhvr additive="base">
                                        <p:cTn id="129" dur="200"/>
                                        <p:tgtEl>
                                          <p:spTgt spid="1979"/>
                                        </p:tgtEl>
                                        <p:attrNameLst>
                                          <p:attrName>ppt_h</p:attrName>
                                        </p:attrNameLst>
                                      </p:cBhvr>
                                      <p:tavLst>
                                        <p:tav tm="0">
                                          <p:val>
                                            <p:strVal val="0"/>
                                          </p:val>
                                        </p:tav>
                                        <p:tav tm="100000">
                                          <p:val>
                                            <p:strVal val="#ppt_h"/>
                                          </p:val>
                                        </p:tav>
                                      </p:tavLst>
                                    </p:anim>
                                  </p:childTnLst>
                                </p:cTn>
                              </p:par>
                            </p:childTnLst>
                          </p:cTn>
                        </p:par>
                        <p:par>
                          <p:cTn id="130" fill="hold">
                            <p:stCondLst>
                              <p:cond delay="5000"/>
                            </p:stCondLst>
                            <p:childTnLst>
                              <p:par>
                                <p:cTn id="131" presetID="23" presetClass="entr" presetSubtype="16" fill="hold" nodeType="afterEffect">
                                  <p:stCondLst>
                                    <p:cond delay="0"/>
                                  </p:stCondLst>
                                  <p:childTnLst>
                                    <p:set>
                                      <p:cBhvr>
                                        <p:cTn id="132" dur="1" fill="hold">
                                          <p:stCondLst>
                                            <p:cond delay="0"/>
                                          </p:stCondLst>
                                        </p:cTn>
                                        <p:tgtEl>
                                          <p:spTgt spid="1978"/>
                                        </p:tgtEl>
                                        <p:attrNameLst>
                                          <p:attrName>style.visibility</p:attrName>
                                        </p:attrNameLst>
                                      </p:cBhvr>
                                      <p:to>
                                        <p:strVal val="visible"/>
                                      </p:to>
                                    </p:set>
                                    <p:anim calcmode="lin" valueType="num">
                                      <p:cBhvr additive="base">
                                        <p:cTn id="133" dur="200"/>
                                        <p:tgtEl>
                                          <p:spTgt spid="1978"/>
                                        </p:tgtEl>
                                        <p:attrNameLst>
                                          <p:attrName>ppt_w</p:attrName>
                                        </p:attrNameLst>
                                      </p:cBhvr>
                                      <p:tavLst>
                                        <p:tav tm="0">
                                          <p:val>
                                            <p:strVal val="0"/>
                                          </p:val>
                                        </p:tav>
                                        <p:tav tm="100000">
                                          <p:val>
                                            <p:strVal val="#ppt_w"/>
                                          </p:val>
                                        </p:tav>
                                      </p:tavLst>
                                    </p:anim>
                                    <p:anim calcmode="lin" valueType="num">
                                      <p:cBhvr additive="base">
                                        <p:cTn id="134" dur="200"/>
                                        <p:tgtEl>
                                          <p:spTgt spid="1978"/>
                                        </p:tgtEl>
                                        <p:attrNameLst>
                                          <p:attrName>ppt_h</p:attrName>
                                        </p:attrNameLst>
                                      </p:cBhvr>
                                      <p:tavLst>
                                        <p:tav tm="0">
                                          <p:val>
                                            <p:strVal val="0"/>
                                          </p:val>
                                        </p:tav>
                                        <p:tav tm="100000">
                                          <p:val>
                                            <p:strVal val="#ppt_h"/>
                                          </p:val>
                                        </p:tav>
                                      </p:tavLst>
                                    </p:anim>
                                  </p:childTnLst>
                                </p:cTn>
                              </p:par>
                            </p:childTnLst>
                          </p:cTn>
                        </p:par>
                        <p:par>
                          <p:cTn id="135" fill="hold">
                            <p:stCondLst>
                              <p:cond delay="5200"/>
                            </p:stCondLst>
                            <p:childTnLst>
                              <p:par>
                                <p:cTn id="136" presetID="23" presetClass="entr" presetSubtype="16" fill="hold" nodeType="afterEffect">
                                  <p:stCondLst>
                                    <p:cond delay="0"/>
                                  </p:stCondLst>
                                  <p:childTnLst>
                                    <p:set>
                                      <p:cBhvr>
                                        <p:cTn id="137" dur="1" fill="hold">
                                          <p:stCondLst>
                                            <p:cond delay="0"/>
                                          </p:stCondLst>
                                        </p:cTn>
                                        <p:tgtEl>
                                          <p:spTgt spid="1970"/>
                                        </p:tgtEl>
                                        <p:attrNameLst>
                                          <p:attrName>style.visibility</p:attrName>
                                        </p:attrNameLst>
                                      </p:cBhvr>
                                      <p:to>
                                        <p:strVal val="visible"/>
                                      </p:to>
                                    </p:set>
                                    <p:anim calcmode="lin" valueType="num">
                                      <p:cBhvr additive="base">
                                        <p:cTn id="138" dur="200"/>
                                        <p:tgtEl>
                                          <p:spTgt spid="1970"/>
                                        </p:tgtEl>
                                        <p:attrNameLst>
                                          <p:attrName>ppt_w</p:attrName>
                                        </p:attrNameLst>
                                      </p:cBhvr>
                                      <p:tavLst>
                                        <p:tav tm="0">
                                          <p:val>
                                            <p:strVal val="0"/>
                                          </p:val>
                                        </p:tav>
                                        <p:tav tm="100000">
                                          <p:val>
                                            <p:strVal val="#ppt_w"/>
                                          </p:val>
                                        </p:tav>
                                      </p:tavLst>
                                    </p:anim>
                                    <p:anim calcmode="lin" valueType="num">
                                      <p:cBhvr additive="base">
                                        <p:cTn id="139" dur="200"/>
                                        <p:tgtEl>
                                          <p:spTgt spid="1970"/>
                                        </p:tgtEl>
                                        <p:attrNameLst>
                                          <p:attrName>ppt_h</p:attrName>
                                        </p:attrNameLst>
                                      </p:cBhvr>
                                      <p:tavLst>
                                        <p:tav tm="0">
                                          <p:val>
                                            <p:strVal val="0"/>
                                          </p:val>
                                        </p:tav>
                                        <p:tav tm="100000">
                                          <p:val>
                                            <p:strVal val="#ppt_h"/>
                                          </p:val>
                                        </p:tav>
                                      </p:tavLst>
                                    </p:anim>
                                  </p:childTnLst>
                                </p:cTn>
                              </p:par>
                            </p:childTnLst>
                          </p:cTn>
                        </p:par>
                        <p:par>
                          <p:cTn id="140" fill="hold">
                            <p:stCondLst>
                              <p:cond delay="5400"/>
                            </p:stCondLst>
                            <p:childTnLst>
                              <p:par>
                                <p:cTn id="141" presetID="23" presetClass="entr" presetSubtype="16" fill="hold" nodeType="afterEffect">
                                  <p:stCondLst>
                                    <p:cond delay="0"/>
                                  </p:stCondLst>
                                  <p:childTnLst>
                                    <p:set>
                                      <p:cBhvr>
                                        <p:cTn id="142" dur="1" fill="hold">
                                          <p:stCondLst>
                                            <p:cond delay="0"/>
                                          </p:stCondLst>
                                        </p:cTn>
                                        <p:tgtEl>
                                          <p:spTgt spid="1971"/>
                                        </p:tgtEl>
                                        <p:attrNameLst>
                                          <p:attrName>style.visibility</p:attrName>
                                        </p:attrNameLst>
                                      </p:cBhvr>
                                      <p:to>
                                        <p:strVal val="visible"/>
                                      </p:to>
                                    </p:set>
                                    <p:anim calcmode="lin" valueType="num">
                                      <p:cBhvr additive="base">
                                        <p:cTn id="143" dur="200"/>
                                        <p:tgtEl>
                                          <p:spTgt spid="1971"/>
                                        </p:tgtEl>
                                        <p:attrNameLst>
                                          <p:attrName>ppt_w</p:attrName>
                                        </p:attrNameLst>
                                      </p:cBhvr>
                                      <p:tavLst>
                                        <p:tav tm="0">
                                          <p:val>
                                            <p:strVal val="0"/>
                                          </p:val>
                                        </p:tav>
                                        <p:tav tm="100000">
                                          <p:val>
                                            <p:strVal val="#ppt_w"/>
                                          </p:val>
                                        </p:tav>
                                      </p:tavLst>
                                    </p:anim>
                                    <p:anim calcmode="lin" valueType="num">
                                      <p:cBhvr additive="base">
                                        <p:cTn id="144" dur="200"/>
                                        <p:tgtEl>
                                          <p:spTgt spid="1971"/>
                                        </p:tgtEl>
                                        <p:attrNameLst>
                                          <p:attrName>ppt_h</p:attrName>
                                        </p:attrNameLst>
                                      </p:cBhvr>
                                      <p:tavLst>
                                        <p:tav tm="0">
                                          <p:val>
                                            <p:strVal val="0"/>
                                          </p:val>
                                        </p:tav>
                                        <p:tav tm="100000">
                                          <p:val>
                                            <p:strVal val="#ppt_h"/>
                                          </p:val>
                                        </p:tav>
                                      </p:tavLst>
                                    </p:anim>
                                  </p:childTnLst>
                                </p:cTn>
                              </p:par>
                            </p:childTnLst>
                          </p:cTn>
                        </p:par>
                        <p:par>
                          <p:cTn id="145" fill="hold">
                            <p:stCondLst>
                              <p:cond delay="5600"/>
                            </p:stCondLst>
                            <p:childTnLst>
                              <p:par>
                                <p:cTn id="146" presetID="23" presetClass="entr" presetSubtype="16" fill="hold" nodeType="afterEffect">
                                  <p:stCondLst>
                                    <p:cond delay="0"/>
                                  </p:stCondLst>
                                  <p:childTnLst>
                                    <p:set>
                                      <p:cBhvr>
                                        <p:cTn id="147" dur="1" fill="hold">
                                          <p:stCondLst>
                                            <p:cond delay="0"/>
                                          </p:stCondLst>
                                        </p:cTn>
                                        <p:tgtEl>
                                          <p:spTgt spid="1962"/>
                                        </p:tgtEl>
                                        <p:attrNameLst>
                                          <p:attrName>style.visibility</p:attrName>
                                        </p:attrNameLst>
                                      </p:cBhvr>
                                      <p:to>
                                        <p:strVal val="visible"/>
                                      </p:to>
                                    </p:set>
                                    <p:anim calcmode="lin" valueType="num">
                                      <p:cBhvr additive="base">
                                        <p:cTn id="148" dur="200"/>
                                        <p:tgtEl>
                                          <p:spTgt spid="1962"/>
                                        </p:tgtEl>
                                        <p:attrNameLst>
                                          <p:attrName>ppt_w</p:attrName>
                                        </p:attrNameLst>
                                      </p:cBhvr>
                                      <p:tavLst>
                                        <p:tav tm="0">
                                          <p:val>
                                            <p:strVal val="0"/>
                                          </p:val>
                                        </p:tav>
                                        <p:tav tm="100000">
                                          <p:val>
                                            <p:strVal val="#ppt_w"/>
                                          </p:val>
                                        </p:tav>
                                      </p:tavLst>
                                    </p:anim>
                                    <p:anim calcmode="lin" valueType="num">
                                      <p:cBhvr additive="base">
                                        <p:cTn id="149" dur="200"/>
                                        <p:tgtEl>
                                          <p:spTgt spid="1962"/>
                                        </p:tgtEl>
                                        <p:attrNameLst>
                                          <p:attrName>ppt_h</p:attrName>
                                        </p:attrNameLst>
                                      </p:cBhvr>
                                      <p:tavLst>
                                        <p:tav tm="0">
                                          <p:val>
                                            <p:strVal val="0"/>
                                          </p:val>
                                        </p:tav>
                                        <p:tav tm="100000">
                                          <p:val>
                                            <p:strVal val="#ppt_h"/>
                                          </p:val>
                                        </p:tav>
                                      </p:tavLst>
                                    </p:anim>
                                  </p:childTnLst>
                                </p:cTn>
                              </p:par>
                            </p:childTnLst>
                          </p:cTn>
                        </p:par>
                        <p:par>
                          <p:cTn id="150" fill="hold">
                            <p:stCondLst>
                              <p:cond delay="5800"/>
                            </p:stCondLst>
                            <p:childTnLst>
                              <p:par>
                                <p:cTn id="151" presetID="23" presetClass="entr" presetSubtype="16" fill="hold" nodeType="afterEffect">
                                  <p:stCondLst>
                                    <p:cond delay="0"/>
                                  </p:stCondLst>
                                  <p:childTnLst>
                                    <p:set>
                                      <p:cBhvr>
                                        <p:cTn id="152" dur="1" fill="hold">
                                          <p:stCondLst>
                                            <p:cond delay="0"/>
                                          </p:stCondLst>
                                        </p:cTn>
                                        <p:tgtEl>
                                          <p:spTgt spid="1988"/>
                                        </p:tgtEl>
                                        <p:attrNameLst>
                                          <p:attrName>style.visibility</p:attrName>
                                        </p:attrNameLst>
                                      </p:cBhvr>
                                      <p:to>
                                        <p:strVal val="visible"/>
                                      </p:to>
                                    </p:set>
                                    <p:anim calcmode="lin" valueType="num">
                                      <p:cBhvr additive="base">
                                        <p:cTn id="153" dur="200"/>
                                        <p:tgtEl>
                                          <p:spTgt spid="1988"/>
                                        </p:tgtEl>
                                        <p:attrNameLst>
                                          <p:attrName>ppt_w</p:attrName>
                                        </p:attrNameLst>
                                      </p:cBhvr>
                                      <p:tavLst>
                                        <p:tav tm="0">
                                          <p:val>
                                            <p:strVal val="0"/>
                                          </p:val>
                                        </p:tav>
                                        <p:tav tm="100000">
                                          <p:val>
                                            <p:strVal val="#ppt_w"/>
                                          </p:val>
                                        </p:tav>
                                      </p:tavLst>
                                    </p:anim>
                                    <p:anim calcmode="lin" valueType="num">
                                      <p:cBhvr additive="base">
                                        <p:cTn id="154" dur="200"/>
                                        <p:tgtEl>
                                          <p:spTgt spid="1988"/>
                                        </p:tgtEl>
                                        <p:attrNameLst>
                                          <p:attrName>ppt_h</p:attrName>
                                        </p:attrNameLst>
                                      </p:cBhvr>
                                      <p:tavLst>
                                        <p:tav tm="0">
                                          <p:val>
                                            <p:strVal val="0"/>
                                          </p:val>
                                        </p:tav>
                                        <p:tav tm="100000">
                                          <p:val>
                                            <p:strVal val="#ppt_h"/>
                                          </p:val>
                                        </p:tav>
                                      </p:tavLst>
                                    </p:anim>
                                  </p:childTnLst>
                                </p:cTn>
                              </p:par>
                            </p:childTnLst>
                          </p:cTn>
                        </p:par>
                        <p:par>
                          <p:cTn id="155" fill="hold">
                            <p:stCondLst>
                              <p:cond delay="6000"/>
                            </p:stCondLst>
                            <p:childTnLst>
                              <p:par>
                                <p:cTn id="156" presetID="23" presetClass="entr" presetSubtype="16" fill="hold" nodeType="afterEffect">
                                  <p:stCondLst>
                                    <p:cond delay="0"/>
                                  </p:stCondLst>
                                  <p:childTnLst>
                                    <p:set>
                                      <p:cBhvr>
                                        <p:cTn id="157" dur="1" fill="hold">
                                          <p:stCondLst>
                                            <p:cond delay="0"/>
                                          </p:stCondLst>
                                        </p:cTn>
                                        <p:tgtEl>
                                          <p:spTgt spid="1985"/>
                                        </p:tgtEl>
                                        <p:attrNameLst>
                                          <p:attrName>style.visibility</p:attrName>
                                        </p:attrNameLst>
                                      </p:cBhvr>
                                      <p:to>
                                        <p:strVal val="visible"/>
                                      </p:to>
                                    </p:set>
                                    <p:anim calcmode="lin" valueType="num">
                                      <p:cBhvr additive="base">
                                        <p:cTn id="158" dur="200"/>
                                        <p:tgtEl>
                                          <p:spTgt spid="1985"/>
                                        </p:tgtEl>
                                        <p:attrNameLst>
                                          <p:attrName>ppt_w</p:attrName>
                                        </p:attrNameLst>
                                      </p:cBhvr>
                                      <p:tavLst>
                                        <p:tav tm="0">
                                          <p:val>
                                            <p:strVal val="0"/>
                                          </p:val>
                                        </p:tav>
                                        <p:tav tm="100000">
                                          <p:val>
                                            <p:strVal val="#ppt_w"/>
                                          </p:val>
                                        </p:tav>
                                      </p:tavLst>
                                    </p:anim>
                                    <p:anim calcmode="lin" valueType="num">
                                      <p:cBhvr additive="base">
                                        <p:cTn id="159" dur="200"/>
                                        <p:tgtEl>
                                          <p:spTgt spid="1985"/>
                                        </p:tgtEl>
                                        <p:attrNameLst>
                                          <p:attrName>ppt_h</p:attrName>
                                        </p:attrNameLst>
                                      </p:cBhvr>
                                      <p:tavLst>
                                        <p:tav tm="0">
                                          <p:val>
                                            <p:strVal val="0"/>
                                          </p:val>
                                        </p:tav>
                                        <p:tav tm="100000">
                                          <p:val>
                                            <p:strVal val="#ppt_h"/>
                                          </p:val>
                                        </p:tav>
                                      </p:tavLst>
                                    </p:anim>
                                  </p:childTnLst>
                                </p:cTn>
                              </p:par>
                            </p:childTnLst>
                          </p:cTn>
                        </p:par>
                        <p:par>
                          <p:cTn id="160" fill="hold">
                            <p:stCondLst>
                              <p:cond delay="6200"/>
                            </p:stCondLst>
                            <p:childTnLst>
                              <p:par>
                                <p:cTn id="161" presetID="23" presetClass="entr" presetSubtype="16" fill="hold" nodeType="afterEffect">
                                  <p:stCondLst>
                                    <p:cond delay="0"/>
                                  </p:stCondLst>
                                  <p:childTnLst>
                                    <p:set>
                                      <p:cBhvr>
                                        <p:cTn id="162" dur="1" fill="hold">
                                          <p:stCondLst>
                                            <p:cond delay="0"/>
                                          </p:stCondLst>
                                        </p:cTn>
                                        <p:tgtEl>
                                          <p:spTgt spid="1990"/>
                                        </p:tgtEl>
                                        <p:attrNameLst>
                                          <p:attrName>style.visibility</p:attrName>
                                        </p:attrNameLst>
                                      </p:cBhvr>
                                      <p:to>
                                        <p:strVal val="visible"/>
                                      </p:to>
                                    </p:set>
                                    <p:anim calcmode="lin" valueType="num">
                                      <p:cBhvr additive="base">
                                        <p:cTn id="163" dur="200"/>
                                        <p:tgtEl>
                                          <p:spTgt spid="1990"/>
                                        </p:tgtEl>
                                        <p:attrNameLst>
                                          <p:attrName>ppt_w</p:attrName>
                                        </p:attrNameLst>
                                      </p:cBhvr>
                                      <p:tavLst>
                                        <p:tav tm="0">
                                          <p:val>
                                            <p:strVal val="0"/>
                                          </p:val>
                                        </p:tav>
                                        <p:tav tm="100000">
                                          <p:val>
                                            <p:strVal val="#ppt_w"/>
                                          </p:val>
                                        </p:tav>
                                      </p:tavLst>
                                    </p:anim>
                                    <p:anim calcmode="lin" valueType="num">
                                      <p:cBhvr additive="base">
                                        <p:cTn id="164" dur="200"/>
                                        <p:tgtEl>
                                          <p:spTgt spid="1990"/>
                                        </p:tgtEl>
                                        <p:attrNameLst>
                                          <p:attrName>ppt_h</p:attrName>
                                        </p:attrNameLst>
                                      </p:cBhvr>
                                      <p:tavLst>
                                        <p:tav tm="0">
                                          <p:val>
                                            <p:strVal val="0"/>
                                          </p:val>
                                        </p:tav>
                                        <p:tav tm="100000">
                                          <p:val>
                                            <p:strVal val="#ppt_h"/>
                                          </p:val>
                                        </p:tav>
                                      </p:tavLst>
                                    </p:anim>
                                  </p:childTnLst>
                                </p:cTn>
                              </p:par>
                            </p:childTnLst>
                          </p:cTn>
                        </p:par>
                        <p:par>
                          <p:cTn id="165" fill="hold">
                            <p:stCondLst>
                              <p:cond delay="6400"/>
                            </p:stCondLst>
                            <p:childTnLst>
                              <p:par>
                                <p:cTn id="166" presetID="23" presetClass="entr" presetSubtype="16" fill="hold" nodeType="afterEffect">
                                  <p:stCondLst>
                                    <p:cond delay="0"/>
                                  </p:stCondLst>
                                  <p:childTnLst>
                                    <p:set>
                                      <p:cBhvr>
                                        <p:cTn id="167" dur="1" fill="hold">
                                          <p:stCondLst>
                                            <p:cond delay="0"/>
                                          </p:stCondLst>
                                        </p:cTn>
                                        <p:tgtEl>
                                          <p:spTgt spid="1987"/>
                                        </p:tgtEl>
                                        <p:attrNameLst>
                                          <p:attrName>style.visibility</p:attrName>
                                        </p:attrNameLst>
                                      </p:cBhvr>
                                      <p:to>
                                        <p:strVal val="visible"/>
                                      </p:to>
                                    </p:set>
                                    <p:anim calcmode="lin" valueType="num">
                                      <p:cBhvr additive="base">
                                        <p:cTn id="168" dur="200"/>
                                        <p:tgtEl>
                                          <p:spTgt spid="1987"/>
                                        </p:tgtEl>
                                        <p:attrNameLst>
                                          <p:attrName>ppt_w</p:attrName>
                                        </p:attrNameLst>
                                      </p:cBhvr>
                                      <p:tavLst>
                                        <p:tav tm="0">
                                          <p:val>
                                            <p:strVal val="0"/>
                                          </p:val>
                                        </p:tav>
                                        <p:tav tm="100000">
                                          <p:val>
                                            <p:strVal val="#ppt_w"/>
                                          </p:val>
                                        </p:tav>
                                      </p:tavLst>
                                    </p:anim>
                                    <p:anim calcmode="lin" valueType="num">
                                      <p:cBhvr additive="base">
                                        <p:cTn id="169" dur="200"/>
                                        <p:tgtEl>
                                          <p:spTgt spid="1987"/>
                                        </p:tgtEl>
                                        <p:attrNameLst>
                                          <p:attrName>ppt_h</p:attrName>
                                        </p:attrNameLst>
                                      </p:cBhvr>
                                      <p:tavLst>
                                        <p:tav tm="0">
                                          <p:val>
                                            <p:strVal val="0"/>
                                          </p:val>
                                        </p:tav>
                                        <p:tav tm="100000">
                                          <p:val>
                                            <p:strVal val="#ppt_h"/>
                                          </p:val>
                                        </p:tav>
                                      </p:tavLst>
                                    </p:anim>
                                  </p:childTnLst>
                                </p:cTn>
                              </p:par>
                            </p:childTnLst>
                          </p:cTn>
                        </p:par>
                        <p:par>
                          <p:cTn id="170" fill="hold">
                            <p:stCondLst>
                              <p:cond delay="6600"/>
                            </p:stCondLst>
                            <p:childTnLst>
                              <p:par>
                                <p:cTn id="171" presetID="23" presetClass="entr" presetSubtype="16" fill="hold" nodeType="afterEffect">
                                  <p:stCondLst>
                                    <p:cond delay="0"/>
                                  </p:stCondLst>
                                  <p:childTnLst>
                                    <p:set>
                                      <p:cBhvr>
                                        <p:cTn id="172" dur="1" fill="hold">
                                          <p:stCondLst>
                                            <p:cond delay="0"/>
                                          </p:stCondLst>
                                        </p:cTn>
                                        <p:tgtEl>
                                          <p:spTgt spid="1991"/>
                                        </p:tgtEl>
                                        <p:attrNameLst>
                                          <p:attrName>style.visibility</p:attrName>
                                        </p:attrNameLst>
                                      </p:cBhvr>
                                      <p:to>
                                        <p:strVal val="visible"/>
                                      </p:to>
                                    </p:set>
                                    <p:anim calcmode="lin" valueType="num">
                                      <p:cBhvr additive="base">
                                        <p:cTn id="173" dur="200"/>
                                        <p:tgtEl>
                                          <p:spTgt spid="1991"/>
                                        </p:tgtEl>
                                        <p:attrNameLst>
                                          <p:attrName>ppt_w</p:attrName>
                                        </p:attrNameLst>
                                      </p:cBhvr>
                                      <p:tavLst>
                                        <p:tav tm="0">
                                          <p:val>
                                            <p:strVal val="0"/>
                                          </p:val>
                                        </p:tav>
                                        <p:tav tm="100000">
                                          <p:val>
                                            <p:strVal val="#ppt_w"/>
                                          </p:val>
                                        </p:tav>
                                      </p:tavLst>
                                    </p:anim>
                                    <p:anim calcmode="lin" valueType="num">
                                      <p:cBhvr additive="base">
                                        <p:cTn id="174" dur="200"/>
                                        <p:tgtEl>
                                          <p:spTgt spid="1991"/>
                                        </p:tgtEl>
                                        <p:attrNameLst>
                                          <p:attrName>ppt_h</p:attrName>
                                        </p:attrNameLst>
                                      </p:cBhvr>
                                      <p:tavLst>
                                        <p:tav tm="0">
                                          <p:val>
                                            <p:strVal val="0"/>
                                          </p:val>
                                        </p:tav>
                                        <p:tav tm="100000">
                                          <p:val>
                                            <p:strVal val="#ppt_h"/>
                                          </p:val>
                                        </p:tav>
                                      </p:tavLst>
                                    </p:anim>
                                  </p:childTnLst>
                                </p:cTn>
                              </p:par>
                            </p:childTnLst>
                          </p:cTn>
                        </p:par>
                        <p:par>
                          <p:cTn id="175" fill="hold">
                            <p:stCondLst>
                              <p:cond delay="6800"/>
                            </p:stCondLst>
                            <p:childTnLst>
                              <p:par>
                                <p:cTn id="176" presetID="23" presetClass="entr" presetSubtype="16" fill="hold" nodeType="afterEffect">
                                  <p:stCondLst>
                                    <p:cond delay="0"/>
                                  </p:stCondLst>
                                  <p:childTnLst>
                                    <p:set>
                                      <p:cBhvr>
                                        <p:cTn id="177" dur="1" fill="hold">
                                          <p:stCondLst>
                                            <p:cond delay="0"/>
                                          </p:stCondLst>
                                        </p:cTn>
                                        <p:tgtEl>
                                          <p:spTgt spid="1992"/>
                                        </p:tgtEl>
                                        <p:attrNameLst>
                                          <p:attrName>style.visibility</p:attrName>
                                        </p:attrNameLst>
                                      </p:cBhvr>
                                      <p:to>
                                        <p:strVal val="visible"/>
                                      </p:to>
                                    </p:set>
                                    <p:anim calcmode="lin" valueType="num">
                                      <p:cBhvr additive="base">
                                        <p:cTn id="178" dur="200"/>
                                        <p:tgtEl>
                                          <p:spTgt spid="1992"/>
                                        </p:tgtEl>
                                        <p:attrNameLst>
                                          <p:attrName>ppt_w</p:attrName>
                                        </p:attrNameLst>
                                      </p:cBhvr>
                                      <p:tavLst>
                                        <p:tav tm="0">
                                          <p:val>
                                            <p:strVal val="0"/>
                                          </p:val>
                                        </p:tav>
                                        <p:tav tm="100000">
                                          <p:val>
                                            <p:strVal val="#ppt_w"/>
                                          </p:val>
                                        </p:tav>
                                      </p:tavLst>
                                    </p:anim>
                                    <p:anim calcmode="lin" valueType="num">
                                      <p:cBhvr additive="base">
                                        <p:cTn id="179" dur="200"/>
                                        <p:tgtEl>
                                          <p:spTgt spid="1992"/>
                                        </p:tgtEl>
                                        <p:attrNameLst>
                                          <p:attrName>ppt_h</p:attrName>
                                        </p:attrNameLst>
                                      </p:cBhvr>
                                      <p:tavLst>
                                        <p:tav tm="0">
                                          <p:val>
                                            <p:strVal val="0"/>
                                          </p:val>
                                        </p:tav>
                                        <p:tav tm="100000">
                                          <p:val>
                                            <p:strVal val="#ppt_h"/>
                                          </p:val>
                                        </p:tav>
                                      </p:tavLst>
                                    </p:anim>
                                  </p:childTnLst>
                                </p:cTn>
                              </p:par>
                            </p:childTnLst>
                          </p:cTn>
                        </p:par>
                        <p:par>
                          <p:cTn id="180" fill="hold">
                            <p:stCondLst>
                              <p:cond delay="7000"/>
                            </p:stCondLst>
                            <p:childTnLst>
                              <p:par>
                                <p:cTn id="181" presetID="23" presetClass="entr" presetSubtype="16" fill="hold" nodeType="afterEffect">
                                  <p:stCondLst>
                                    <p:cond delay="0"/>
                                  </p:stCondLst>
                                  <p:childTnLst>
                                    <p:set>
                                      <p:cBhvr>
                                        <p:cTn id="182" dur="1" fill="hold">
                                          <p:stCondLst>
                                            <p:cond delay="0"/>
                                          </p:stCondLst>
                                        </p:cTn>
                                        <p:tgtEl>
                                          <p:spTgt spid="1989"/>
                                        </p:tgtEl>
                                        <p:attrNameLst>
                                          <p:attrName>style.visibility</p:attrName>
                                        </p:attrNameLst>
                                      </p:cBhvr>
                                      <p:to>
                                        <p:strVal val="visible"/>
                                      </p:to>
                                    </p:set>
                                    <p:anim calcmode="lin" valueType="num">
                                      <p:cBhvr additive="base">
                                        <p:cTn id="183" dur="200"/>
                                        <p:tgtEl>
                                          <p:spTgt spid="1989"/>
                                        </p:tgtEl>
                                        <p:attrNameLst>
                                          <p:attrName>ppt_w</p:attrName>
                                        </p:attrNameLst>
                                      </p:cBhvr>
                                      <p:tavLst>
                                        <p:tav tm="0">
                                          <p:val>
                                            <p:strVal val="0"/>
                                          </p:val>
                                        </p:tav>
                                        <p:tav tm="100000">
                                          <p:val>
                                            <p:strVal val="#ppt_w"/>
                                          </p:val>
                                        </p:tav>
                                      </p:tavLst>
                                    </p:anim>
                                    <p:anim calcmode="lin" valueType="num">
                                      <p:cBhvr additive="base">
                                        <p:cTn id="184" dur="200"/>
                                        <p:tgtEl>
                                          <p:spTgt spid="1989"/>
                                        </p:tgtEl>
                                        <p:attrNameLst>
                                          <p:attrName>ppt_h</p:attrName>
                                        </p:attrNameLst>
                                      </p:cBhvr>
                                      <p:tavLst>
                                        <p:tav tm="0">
                                          <p:val>
                                            <p:strVal val="0"/>
                                          </p:val>
                                        </p:tav>
                                        <p:tav tm="100000">
                                          <p:val>
                                            <p:strVal val="#ppt_h"/>
                                          </p:val>
                                        </p:tav>
                                      </p:tavLst>
                                    </p:anim>
                                  </p:childTnLst>
                                </p:cTn>
                              </p:par>
                            </p:childTnLst>
                          </p:cTn>
                        </p:par>
                        <p:par>
                          <p:cTn id="185" fill="hold">
                            <p:stCondLst>
                              <p:cond delay="7200"/>
                            </p:stCondLst>
                            <p:childTnLst>
                              <p:par>
                                <p:cTn id="186" presetID="23" presetClass="entr" presetSubtype="16" fill="hold" nodeType="afterEffect">
                                  <p:stCondLst>
                                    <p:cond delay="0"/>
                                  </p:stCondLst>
                                  <p:childTnLst>
                                    <p:set>
                                      <p:cBhvr>
                                        <p:cTn id="187" dur="1" fill="hold">
                                          <p:stCondLst>
                                            <p:cond delay="0"/>
                                          </p:stCondLst>
                                        </p:cTn>
                                        <p:tgtEl>
                                          <p:spTgt spid="1986"/>
                                        </p:tgtEl>
                                        <p:attrNameLst>
                                          <p:attrName>style.visibility</p:attrName>
                                        </p:attrNameLst>
                                      </p:cBhvr>
                                      <p:to>
                                        <p:strVal val="visible"/>
                                      </p:to>
                                    </p:set>
                                    <p:anim calcmode="lin" valueType="num">
                                      <p:cBhvr additive="base">
                                        <p:cTn id="188" dur="200"/>
                                        <p:tgtEl>
                                          <p:spTgt spid="1986"/>
                                        </p:tgtEl>
                                        <p:attrNameLst>
                                          <p:attrName>ppt_w</p:attrName>
                                        </p:attrNameLst>
                                      </p:cBhvr>
                                      <p:tavLst>
                                        <p:tav tm="0">
                                          <p:val>
                                            <p:strVal val="0"/>
                                          </p:val>
                                        </p:tav>
                                        <p:tav tm="100000">
                                          <p:val>
                                            <p:strVal val="#ppt_w"/>
                                          </p:val>
                                        </p:tav>
                                      </p:tavLst>
                                    </p:anim>
                                    <p:anim calcmode="lin" valueType="num">
                                      <p:cBhvr additive="base">
                                        <p:cTn id="189" dur="200"/>
                                        <p:tgtEl>
                                          <p:spTgt spid="198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96"/>
        <p:cNvGrpSpPr/>
        <p:nvPr/>
      </p:nvGrpSpPr>
      <p:grpSpPr>
        <a:xfrm>
          <a:off x="0" y="0"/>
          <a:ext cx="0" cy="0"/>
          <a:chOff x="0" y="0"/>
          <a:chExt cx="0" cy="0"/>
        </a:xfrm>
      </p:grpSpPr>
      <p:sp>
        <p:nvSpPr>
          <p:cNvPr id="1997" name="Google Shape;1997;p49"/>
          <p:cNvSpPr txBox="1">
            <a:spLocks noGrp="1"/>
          </p:cNvSpPr>
          <p:nvPr>
            <p:ph type="ctrTitle"/>
          </p:nvPr>
        </p:nvSpPr>
        <p:spPr>
          <a:xfrm flipH="1">
            <a:off x="309400" y="401600"/>
            <a:ext cx="2554500" cy="5778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a:t>Motivation</a:t>
            </a:r>
            <a:endParaRPr/>
          </a:p>
        </p:txBody>
      </p:sp>
      <p:sp>
        <p:nvSpPr>
          <p:cNvPr id="1998" name="Google Shape;1998;p49"/>
          <p:cNvSpPr txBox="1">
            <a:spLocks noGrp="1"/>
          </p:cNvSpPr>
          <p:nvPr>
            <p:ph type="subTitle" idx="1"/>
          </p:nvPr>
        </p:nvSpPr>
        <p:spPr>
          <a:xfrm>
            <a:off x="409650" y="1241825"/>
            <a:ext cx="4192500" cy="3392400"/>
          </a:xfrm>
          <a:prstGeom prst="rect">
            <a:avLst/>
          </a:prstGeom>
        </p:spPr>
        <p:txBody>
          <a:bodyPr spcFirstLastPara="1" wrap="square" lIns="91425" tIns="91425" rIns="91425" bIns="91425" anchor="ctr" anchorCtr="0">
            <a:noAutofit/>
          </a:bodyPr>
          <a:lstStyle/>
          <a:p>
            <a:pPr marL="0" lvl="0" indent="457200" algn="l" rtl="0">
              <a:spcBef>
                <a:spcPts val="0"/>
              </a:spcBef>
              <a:spcAft>
                <a:spcPts val="1600"/>
              </a:spcAft>
              <a:buNone/>
            </a:pPr>
            <a:r>
              <a:rPr lang="en" sz="1400"/>
              <a:t>Job seekers often miss relevant opportunities because job titles and skills are described inconsistently, keyword search is unreliable, and resumes/JDs are unstructured or hard to parse. At the same time, job postings update rapidly. Our goal is to provide a real-time, semantically meaningful matching system that reliably extracts resume content and retrieves the most relevant recent roles with clear explanations.</a:t>
            </a:r>
            <a:endParaRPr sz="1400"/>
          </a:p>
        </p:txBody>
      </p:sp>
      <p:pic>
        <p:nvPicPr>
          <p:cNvPr id="1999" name="Google Shape;1999;p49"/>
          <p:cNvPicPr preferRelativeResize="0"/>
          <p:nvPr/>
        </p:nvPicPr>
        <p:blipFill>
          <a:blip r:embed="rId3">
            <a:alphaModFix/>
          </a:blip>
          <a:stretch>
            <a:fillRect/>
          </a:stretch>
        </p:blipFill>
        <p:spPr>
          <a:xfrm>
            <a:off x="4602150" y="1307752"/>
            <a:ext cx="3973901" cy="30035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03"/>
        <p:cNvGrpSpPr/>
        <p:nvPr/>
      </p:nvGrpSpPr>
      <p:grpSpPr>
        <a:xfrm>
          <a:off x="0" y="0"/>
          <a:ext cx="0" cy="0"/>
          <a:chOff x="0" y="0"/>
          <a:chExt cx="0" cy="0"/>
        </a:xfrm>
      </p:grpSpPr>
      <p:sp>
        <p:nvSpPr>
          <p:cNvPr id="2004" name="Google Shape;2004;p50"/>
          <p:cNvSpPr txBox="1">
            <a:spLocks noGrp="1"/>
          </p:cNvSpPr>
          <p:nvPr>
            <p:ph type="ctrTitle"/>
          </p:nvPr>
        </p:nvSpPr>
        <p:spPr>
          <a:xfrm flipH="1">
            <a:off x="-577225" y="401600"/>
            <a:ext cx="5383500" cy="5778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a:t>System at a Glance</a:t>
            </a:r>
            <a:endParaRPr/>
          </a:p>
        </p:txBody>
      </p:sp>
      <p:sp>
        <p:nvSpPr>
          <p:cNvPr id="2005" name="Google Shape;2005;p50"/>
          <p:cNvSpPr txBox="1">
            <a:spLocks noGrp="1"/>
          </p:cNvSpPr>
          <p:nvPr>
            <p:ph type="subTitle" idx="1"/>
          </p:nvPr>
        </p:nvSpPr>
        <p:spPr>
          <a:xfrm>
            <a:off x="374050" y="1615425"/>
            <a:ext cx="6261600" cy="3392400"/>
          </a:xfrm>
          <a:prstGeom prst="rect">
            <a:avLst/>
          </a:prstGeom>
        </p:spPr>
        <p:txBody>
          <a:bodyPr spcFirstLastPara="1" wrap="square" lIns="91425" tIns="91425" rIns="91425" bIns="91425" anchor="ctr" anchorCtr="0">
            <a:noAutofit/>
          </a:bodyPr>
          <a:lstStyle/>
          <a:p>
            <a:pPr marL="0" lvl="0" indent="457200" algn="l" rtl="0">
              <a:spcBef>
                <a:spcPts val="0"/>
              </a:spcBef>
              <a:spcAft>
                <a:spcPts val="0"/>
              </a:spcAft>
              <a:buNone/>
            </a:pPr>
            <a:r>
              <a:rPr lang="en" sz="1400" b="1"/>
              <a:t>What the system does </a:t>
            </a:r>
            <a:endParaRPr sz="1400" b="1"/>
          </a:p>
          <a:p>
            <a:pPr marL="457200" lvl="0" indent="-298450" algn="l" rtl="0">
              <a:lnSpc>
                <a:spcPct val="115000"/>
              </a:lnSpc>
              <a:spcBef>
                <a:spcPts val="1600"/>
              </a:spcBef>
              <a:spcAft>
                <a:spcPts val="0"/>
              </a:spcAft>
              <a:buClr>
                <a:srgbClr val="000000"/>
              </a:buClr>
              <a:buSzPts val="1100"/>
              <a:buFont typeface="Arial"/>
              <a:buChar char="●"/>
            </a:pPr>
            <a:r>
              <a:rPr lang="en" sz="1400"/>
              <a:t>You upload a resume, and the system automatically understands your skills and experience.</a:t>
            </a:r>
            <a:endParaRPr sz="1400"/>
          </a:p>
          <a:p>
            <a:pPr marL="457200" lvl="0" indent="-298450" algn="l" rtl="0">
              <a:lnSpc>
                <a:spcPct val="115000"/>
              </a:lnSpc>
              <a:spcBef>
                <a:spcPts val="0"/>
              </a:spcBef>
              <a:spcAft>
                <a:spcPts val="0"/>
              </a:spcAft>
              <a:buClr>
                <a:srgbClr val="000000"/>
              </a:buClr>
              <a:buSzPts val="1100"/>
              <a:buFont typeface="Arial"/>
              <a:buChar char="●"/>
            </a:pPr>
            <a:r>
              <a:rPr lang="en" sz="1400"/>
              <a:t>It gathers real-time job postings from major platforms.</a:t>
            </a:r>
            <a:endParaRPr sz="1400"/>
          </a:p>
          <a:p>
            <a:pPr marL="457200" lvl="0" indent="-298450" algn="l" rtl="0">
              <a:lnSpc>
                <a:spcPct val="115000"/>
              </a:lnSpc>
              <a:spcBef>
                <a:spcPts val="0"/>
              </a:spcBef>
              <a:spcAft>
                <a:spcPts val="0"/>
              </a:spcAft>
              <a:buClr>
                <a:srgbClr val="000000"/>
              </a:buClr>
              <a:buSzPts val="1100"/>
              <a:buFont typeface="Arial"/>
              <a:buChar char="●"/>
            </a:pPr>
            <a:r>
              <a:rPr lang="en" sz="1400"/>
              <a:t>It compares your background with thousands of roles-not with keywords, but with meaning.</a:t>
            </a:r>
            <a:endParaRPr sz="1400"/>
          </a:p>
          <a:p>
            <a:pPr marL="457200" lvl="0" indent="-298450" algn="l" rtl="0">
              <a:lnSpc>
                <a:spcPct val="115000"/>
              </a:lnSpc>
              <a:spcBef>
                <a:spcPts val="0"/>
              </a:spcBef>
              <a:spcAft>
                <a:spcPts val="0"/>
              </a:spcAft>
              <a:buClr>
                <a:srgbClr val="000000"/>
              </a:buClr>
              <a:buSzPts val="1100"/>
              <a:buFont typeface="Arial"/>
              <a:buChar char="●"/>
            </a:pPr>
            <a:r>
              <a:rPr lang="en" sz="1400"/>
              <a:t>It returns the most relevant and recent opportunities, along with an explanation of why they match.</a:t>
            </a:r>
            <a:endParaRPr sz="1400"/>
          </a:p>
          <a:p>
            <a:pPr marL="0" lvl="0" indent="457200" algn="l" rtl="0">
              <a:lnSpc>
                <a:spcPct val="115000"/>
              </a:lnSpc>
              <a:spcBef>
                <a:spcPts val="1400"/>
              </a:spcBef>
              <a:spcAft>
                <a:spcPts val="0"/>
              </a:spcAft>
              <a:buNone/>
            </a:pPr>
            <a:r>
              <a:rPr lang="en" sz="1400" b="1"/>
              <a:t>Why this matters</a:t>
            </a:r>
            <a:endParaRPr sz="1400" b="1"/>
          </a:p>
          <a:p>
            <a:pPr marL="457200" lvl="0" indent="-298450" algn="l" rtl="0">
              <a:lnSpc>
                <a:spcPct val="115000"/>
              </a:lnSpc>
              <a:spcBef>
                <a:spcPts val="1200"/>
              </a:spcBef>
              <a:spcAft>
                <a:spcPts val="0"/>
              </a:spcAft>
              <a:buClr>
                <a:srgbClr val="000000"/>
              </a:buClr>
              <a:buSzPts val="1100"/>
              <a:buFont typeface="Arial"/>
              <a:buChar char="●"/>
            </a:pPr>
            <a:r>
              <a:rPr lang="en" sz="1400"/>
              <a:t>Job seekers often miss good roles because titles vary and keywords fail.</a:t>
            </a:r>
            <a:endParaRPr sz="1400"/>
          </a:p>
          <a:p>
            <a:pPr marL="457200" lvl="0" indent="-298450" algn="l" rtl="0">
              <a:lnSpc>
                <a:spcPct val="115000"/>
              </a:lnSpc>
              <a:spcBef>
                <a:spcPts val="0"/>
              </a:spcBef>
              <a:spcAft>
                <a:spcPts val="0"/>
              </a:spcAft>
              <a:buClr>
                <a:srgbClr val="000000"/>
              </a:buClr>
              <a:buSzPts val="1100"/>
              <a:buFont typeface="Arial"/>
              <a:buChar char="●"/>
            </a:pPr>
            <a:r>
              <a:rPr lang="en" sz="1400"/>
              <a:t>Our system aims to reduce that gap by offering semantic, timely, and transparent job recommendations.</a:t>
            </a:r>
            <a:endParaRPr sz="1400"/>
          </a:p>
          <a:p>
            <a:pPr marL="0" lvl="0" indent="457200" algn="l" rtl="0">
              <a:spcBef>
                <a:spcPts val="1200"/>
              </a:spcBef>
              <a:spcAft>
                <a:spcPts val="1600"/>
              </a:spcAft>
              <a:buNone/>
            </a:pPr>
            <a:endParaRPr sz="1400"/>
          </a:p>
        </p:txBody>
      </p:sp>
      <p:pic>
        <p:nvPicPr>
          <p:cNvPr id="2006" name="Google Shape;2006;p50"/>
          <p:cNvPicPr preferRelativeResize="0"/>
          <p:nvPr/>
        </p:nvPicPr>
        <p:blipFill>
          <a:blip r:embed="rId3">
            <a:alphaModFix/>
          </a:blip>
          <a:stretch>
            <a:fillRect/>
          </a:stretch>
        </p:blipFill>
        <p:spPr>
          <a:xfrm>
            <a:off x="7001650" y="1967125"/>
            <a:ext cx="1954350" cy="1954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10"/>
        <p:cNvGrpSpPr/>
        <p:nvPr/>
      </p:nvGrpSpPr>
      <p:grpSpPr>
        <a:xfrm>
          <a:off x="0" y="0"/>
          <a:ext cx="0" cy="0"/>
          <a:chOff x="0" y="0"/>
          <a:chExt cx="0" cy="0"/>
        </a:xfrm>
      </p:grpSpPr>
      <p:sp>
        <p:nvSpPr>
          <p:cNvPr id="2011" name="Google Shape;2011;p51"/>
          <p:cNvSpPr txBox="1">
            <a:spLocks noGrp="1"/>
          </p:cNvSpPr>
          <p:nvPr>
            <p:ph type="ctrTitle"/>
          </p:nvPr>
        </p:nvSpPr>
        <p:spPr>
          <a:xfrm flipH="1">
            <a:off x="754550" y="452300"/>
            <a:ext cx="3801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Final Goals</a:t>
            </a:r>
            <a:endParaRPr/>
          </a:p>
        </p:txBody>
      </p:sp>
      <p:grpSp>
        <p:nvGrpSpPr>
          <p:cNvPr id="2012" name="Google Shape;2012;p51"/>
          <p:cNvGrpSpPr/>
          <p:nvPr/>
        </p:nvGrpSpPr>
        <p:grpSpPr>
          <a:xfrm>
            <a:off x="558192" y="2564900"/>
            <a:ext cx="980695" cy="982361"/>
            <a:chOff x="917250" y="2165250"/>
            <a:chExt cx="980695" cy="982361"/>
          </a:xfrm>
        </p:grpSpPr>
        <p:sp>
          <p:nvSpPr>
            <p:cNvPr id="2013" name="Google Shape;2013;p51"/>
            <p:cNvSpPr/>
            <p:nvPr/>
          </p:nvSpPr>
          <p:spPr>
            <a:xfrm>
              <a:off x="917250" y="2165250"/>
              <a:ext cx="980695" cy="982361"/>
            </a:xfrm>
            <a:custGeom>
              <a:avLst/>
              <a:gdLst/>
              <a:ahLst/>
              <a:cxnLst/>
              <a:rect l="l" t="t" r="r" b="b"/>
              <a:pathLst>
                <a:path w="14713" h="14738" extrusionOk="0">
                  <a:moveTo>
                    <a:pt x="7419" y="1"/>
                  </a:moveTo>
                  <a:cubicBezTo>
                    <a:pt x="3334" y="1"/>
                    <a:pt x="0" y="3359"/>
                    <a:pt x="0" y="7420"/>
                  </a:cubicBezTo>
                  <a:cubicBezTo>
                    <a:pt x="0" y="11505"/>
                    <a:pt x="3334" y="14738"/>
                    <a:pt x="7419" y="14738"/>
                  </a:cubicBezTo>
                  <a:cubicBezTo>
                    <a:pt x="11479" y="14738"/>
                    <a:pt x="14712" y="11505"/>
                    <a:pt x="14712" y="7420"/>
                  </a:cubicBezTo>
                  <a:cubicBezTo>
                    <a:pt x="14712" y="3359"/>
                    <a:pt x="11479" y="1"/>
                    <a:pt x="7419" y="1"/>
                  </a:cubicBez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51"/>
            <p:cNvSpPr/>
            <p:nvPr/>
          </p:nvSpPr>
          <p:spPr>
            <a:xfrm>
              <a:off x="1037015" y="2285225"/>
              <a:ext cx="741167" cy="742427"/>
            </a:xfrm>
            <a:custGeom>
              <a:avLst/>
              <a:gdLst/>
              <a:ahLst/>
              <a:cxnLst/>
              <a:rect l="l" t="t" r="r" b="b"/>
              <a:pathLst>
                <a:path w="14713" h="14738" extrusionOk="0">
                  <a:moveTo>
                    <a:pt x="7419" y="1"/>
                  </a:moveTo>
                  <a:cubicBezTo>
                    <a:pt x="3334" y="1"/>
                    <a:pt x="0" y="3359"/>
                    <a:pt x="0" y="7420"/>
                  </a:cubicBezTo>
                  <a:cubicBezTo>
                    <a:pt x="0" y="11505"/>
                    <a:pt x="3334" y="14738"/>
                    <a:pt x="7419" y="14738"/>
                  </a:cubicBezTo>
                  <a:cubicBezTo>
                    <a:pt x="11479" y="14738"/>
                    <a:pt x="14712" y="11505"/>
                    <a:pt x="14712" y="7420"/>
                  </a:cubicBezTo>
                  <a:cubicBezTo>
                    <a:pt x="14712" y="3359"/>
                    <a:pt x="11479" y="1"/>
                    <a:pt x="7419" y="1"/>
                  </a:cubicBezTo>
                  <a:close/>
                </a:path>
              </a:pathLst>
            </a:cu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15" name="Google Shape;2015;p51"/>
          <p:cNvCxnSpPr/>
          <p:nvPr/>
        </p:nvCxnSpPr>
        <p:spPr>
          <a:xfrm>
            <a:off x="2402406" y="1846756"/>
            <a:ext cx="4339200" cy="0"/>
          </a:xfrm>
          <a:prstGeom prst="straightConnector1">
            <a:avLst/>
          </a:prstGeom>
          <a:noFill/>
          <a:ln w="19050" cap="flat" cmpd="sng">
            <a:solidFill>
              <a:schemeClr val="dk2"/>
            </a:solidFill>
            <a:prstDash val="solid"/>
            <a:round/>
            <a:headEnd type="none" w="med" len="med"/>
            <a:tailEnd type="none" w="med" len="med"/>
          </a:ln>
        </p:spPr>
      </p:cxnSp>
      <p:sp>
        <p:nvSpPr>
          <p:cNvPr id="2016" name="Google Shape;2016;p51"/>
          <p:cNvSpPr txBox="1"/>
          <p:nvPr/>
        </p:nvSpPr>
        <p:spPr>
          <a:xfrm>
            <a:off x="2418550" y="1571543"/>
            <a:ext cx="4191000" cy="57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000">
              <a:solidFill>
                <a:schemeClr val="dk1"/>
              </a:solidFill>
              <a:latin typeface="Barlow Condensed SemiBold"/>
              <a:ea typeface="Barlow Condensed SemiBold"/>
              <a:cs typeface="Barlow Condensed SemiBold"/>
              <a:sym typeface="Barlow Condensed SemiBold"/>
            </a:endParaRPr>
          </a:p>
          <a:p>
            <a:pPr marL="0" lvl="0" indent="0" algn="l" rtl="0">
              <a:spcBef>
                <a:spcPts val="0"/>
              </a:spcBef>
              <a:spcAft>
                <a:spcPts val="0"/>
              </a:spcAft>
              <a:buNone/>
            </a:pPr>
            <a:r>
              <a:rPr lang="en" sz="2000">
                <a:solidFill>
                  <a:schemeClr val="dk1"/>
                </a:solidFill>
                <a:latin typeface="Barlow Condensed SemiBold"/>
                <a:ea typeface="Barlow Condensed SemiBold"/>
                <a:cs typeface="Barlow Condensed SemiBold"/>
                <a:sym typeface="Barlow Condensed SemiBold"/>
              </a:rPr>
              <a:t>Core System Deliverables</a:t>
            </a:r>
            <a:endParaRPr sz="2000">
              <a:solidFill>
                <a:schemeClr val="dk1"/>
              </a:solidFill>
              <a:latin typeface="Barlow Condensed SemiBold"/>
              <a:ea typeface="Barlow Condensed SemiBold"/>
              <a:cs typeface="Barlow Condensed SemiBold"/>
              <a:sym typeface="Barlow Condensed SemiBold"/>
            </a:endParaRPr>
          </a:p>
          <a:p>
            <a:pPr marL="0" lvl="0" indent="0" algn="l" rtl="0">
              <a:spcBef>
                <a:spcPts val="0"/>
              </a:spcBef>
              <a:spcAft>
                <a:spcPts val="0"/>
              </a:spcAft>
              <a:buNone/>
            </a:pPr>
            <a:endParaRPr sz="2000">
              <a:solidFill>
                <a:schemeClr val="dk1"/>
              </a:solidFill>
              <a:latin typeface="Barlow Condensed SemiBold"/>
              <a:ea typeface="Barlow Condensed SemiBold"/>
              <a:cs typeface="Barlow Condensed SemiBold"/>
              <a:sym typeface="Barlow Condensed SemiBold"/>
            </a:endParaRPr>
          </a:p>
        </p:txBody>
      </p:sp>
      <p:sp>
        <p:nvSpPr>
          <p:cNvPr id="2017" name="Google Shape;2017;p51"/>
          <p:cNvSpPr txBox="1"/>
          <p:nvPr/>
        </p:nvSpPr>
        <p:spPr>
          <a:xfrm>
            <a:off x="2402406" y="1915956"/>
            <a:ext cx="4339200" cy="369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chemeClr val="dk1"/>
                </a:solidFill>
                <a:latin typeface="Barlow Condensed Medium"/>
                <a:ea typeface="Barlow Condensed Medium"/>
                <a:cs typeface="Barlow Condensed Medium"/>
                <a:sym typeface="Barlow Condensed Medium"/>
              </a:rPr>
              <a:t>Guaranteed Features</a:t>
            </a:r>
            <a:endParaRPr sz="1600">
              <a:solidFill>
                <a:schemeClr val="dk1"/>
              </a:solidFill>
              <a:latin typeface="Barlow Condensed Medium"/>
              <a:ea typeface="Barlow Condensed Medium"/>
              <a:cs typeface="Barlow Condensed Medium"/>
              <a:sym typeface="Barlow Condensed Medium"/>
            </a:endParaRPr>
          </a:p>
        </p:txBody>
      </p:sp>
      <p:sp>
        <p:nvSpPr>
          <p:cNvPr id="2018" name="Google Shape;2018;p51"/>
          <p:cNvSpPr txBox="1"/>
          <p:nvPr/>
        </p:nvSpPr>
        <p:spPr>
          <a:xfrm>
            <a:off x="2402400" y="2285850"/>
            <a:ext cx="4464600" cy="12861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Arvo"/>
              <a:buChar char="●"/>
            </a:pPr>
            <a:r>
              <a:rPr lang="en">
                <a:solidFill>
                  <a:schemeClr val="dk1"/>
                </a:solidFill>
                <a:latin typeface="Arvo"/>
                <a:ea typeface="Arvo"/>
                <a:cs typeface="Arvo"/>
                <a:sym typeface="Arvo"/>
              </a:rPr>
              <a:t>Real-time job crawling from multiple platforms</a:t>
            </a:r>
            <a:endParaRPr>
              <a:solidFill>
                <a:schemeClr val="dk1"/>
              </a:solidFill>
              <a:latin typeface="Arvo"/>
              <a:ea typeface="Arvo"/>
              <a:cs typeface="Arvo"/>
              <a:sym typeface="Arvo"/>
            </a:endParaRPr>
          </a:p>
          <a:p>
            <a:pPr marL="0" lvl="0" indent="0" algn="l" rtl="0">
              <a:spcBef>
                <a:spcPts val="0"/>
              </a:spcBef>
              <a:spcAft>
                <a:spcPts val="0"/>
              </a:spcAft>
              <a:buNone/>
            </a:pPr>
            <a:endParaRPr>
              <a:solidFill>
                <a:schemeClr val="dk1"/>
              </a:solidFill>
              <a:latin typeface="Arvo"/>
              <a:ea typeface="Arvo"/>
              <a:cs typeface="Arvo"/>
              <a:sym typeface="Arvo"/>
            </a:endParaRPr>
          </a:p>
          <a:p>
            <a:pPr marL="457200" lvl="0" indent="-317500" algn="l" rtl="0">
              <a:spcBef>
                <a:spcPts val="0"/>
              </a:spcBef>
              <a:spcAft>
                <a:spcPts val="0"/>
              </a:spcAft>
              <a:buClr>
                <a:schemeClr val="dk1"/>
              </a:buClr>
              <a:buSzPts val="1400"/>
              <a:buFont typeface="Arvo"/>
              <a:buChar char="●"/>
            </a:pPr>
            <a:r>
              <a:rPr lang="en">
                <a:solidFill>
                  <a:schemeClr val="dk1"/>
                </a:solidFill>
                <a:latin typeface="Arvo"/>
                <a:ea typeface="Arvo"/>
                <a:cs typeface="Arvo"/>
                <a:sym typeface="Arvo"/>
              </a:rPr>
              <a:t>TF-IDF similarity (Top-10)</a:t>
            </a:r>
            <a:endParaRPr>
              <a:solidFill>
                <a:schemeClr val="dk1"/>
              </a:solidFill>
              <a:latin typeface="Arvo"/>
              <a:ea typeface="Arvo"/>
              <a:cs typeface="Arvo"/>
              <a:sym typeface="Arvo"/>
            </a:endParaRPr>
          </a:p>
          <a:p>
            <a:pPr marL="0" lvl="0" indent="0" algn="l" rtl="0">
              <a:spcBef>
                <a:spcPts val="0"/>
              </a:spcBef>
              <a:spcAft>
                <a:spcPts val="0"/>
              </a:spcAft>
              <a:buNone/>
            </a:pPr>
            <a:endParaRPr>
              <a:solidFill>
                <a:schemeClr val="dk1"/>
              </a:solidFill>
              <a:latin typeface="Arvo"/>
              <a:ea typeface="Arvo"/>
              <a:cs typeface="Arvo"/>
              <a:sym typeface="Arvo"/>
            </a:endParaRPr>
          </a:p>
          <a:p>
            <a:pPr marL="457200" lvl="0" indent="-317500" algn="l" rtl="0">
              <a:spcBef>
                <a:spcPts val="0"/>
              </a:spcBef>
              <a:spcAft>
                <a:spcPts val="0"/>
              </a:spcAft>
              <a:buClr>
                <a:schemeClr val="dk1"/>
              </a:buClr>
              <a:buSzPts val="1400"/>
              <a:buFont typeface="Arvo"/>
              <a:buChar char="●"/>
            </a:pPr>
            <a:r>
              <a:rPr lang="en">
                <a:solidFill>
                  <a:schemeClr val="dk1"/>
                </a:solidFill>
                <a:latin typeface="Arvo"/>
                <a:ea typeface="Arvo"/>
                <a:cs typeface="Arvo"/>
                <a:sym typeface="Arvo"/>
              </a:rPr>
              <a:t>Clear explanations: matched skills, similarity, summaries</a:t>
            </a:r>
            <a:endParaRPr>
              <a:solidFill>
                <a:schemeClr val="dk1"/>
              </a:solidFill>
              <a:latin typeface="Arvo"/>
              <a:ea typeface="Arvo"/>
              <a:cs typeface="Arvo"/>
              <a:sym typeface="Arvo"/>
            </a:endParaRPr>
          </a:p>
          <a:p>
            <a:pPr marL="0" lvl="0" indent="0" algn="l" rtl="0">
              <a:spcBef>
                <a:spcPts val="0"/>
              </a:spcBef>
              <a:spcAft>
                <a:spcPts val="0"/>
              </a:spcAft>
              <a:buNone/>
            </a:pPr>
            <a:endParaRPr>
              <a:solidFill>
                <a:schemeClr val="dk1"/>
              </a:solidFill>
              <a:latin typeface="Arvo"/>
              <a:ea typeface="Arvo"/>
              <a:cs typeface="Arvo"/>
              <a:sym typeface="Arvo"/>
            </a:endParaRPr>
          </a:p>
          <a:p>
            <a:pPr marL="457200" lvl="0" indent="-317500" algn="l" rtl="0">
              <a:spcBef>
                <a:spcPts val="0"/>
              </a:spcBef>
              <a:spcAft>
                <a:spcPts val="0"/>
              </a:spcAft>
              <a:buClr>
                <a:schemeClr val="dk1"/>
              </a:buClr>
              <a:buSzPts val="1400"/>
              <a:buFont typeface="Arvo"/>
              <a:buChar char="●"/>
            </a:pPr>
            <a:r>
              <a:rPr lang="en">
                <a:solidFill>
                  <a:schemeClr val="dk1"/>
                </a:solidFill>
                <a:latin typeface="Arvo"/>
                <a:ea typeface="Arvo"/>
                <a:cs typeface="Arvo"/>
                <a:sym typeface="Arvo"/>
              </a:rPr>
              <a:t>Deployed on Hugging Face with filters </a:t>
            </a:r>
            <a:endParaRPr>
              <a:solidFill>
                <a:schemeClr val="dk1"/>
              </a:solidFill>
              <a:latin typeface="Arvo"/>
              <a:ea typeface="Arvo"/>
              <a:cs typeface="Arvo"/>
              <a:sym typeface="Arvo"/>
            </a:endParaRPr>
          </a:p>
        </p:txBody>
      </p:sp>
      <p:grpSp>
        <p:nvGrpSpPr>
          <p:cNvPr id="2019" name="Google Shape;2019;p51"/>
          <p:cNvGrpSpPr/>
          <p:nvPr/>
        </p:nvGrpSpPr>
        <p:grpSpPr>
          <a:xfrm>
            <a:off x="875770" y="2883724"/>
            <a:ext cx="345541" cy="344701"/>
            <a:chOff x="-42796875" y="2680675"/>
            <a:chExt cx="319000" cy="318225"/>
          </a:xfrm>
        </p:grpSpPr>
        <p:sp>
          <p:nvSpPr>
            <p:cNvPr id="2020" name="Google Shape;2020;p51"/>
            <p:cNvSpPr/>
            <p:nvPr/>
          </p:nvSpPr>
          <p:spPr>
            <a:xfrm>
              <a:off x="-42671650" y="2853950"/>
              <a:ext cx="70125" cy="21275"/>
            </a:xfrm>
            <a:custGeom>
              <a:avLst/>
              <a:gdLst/>
              <a:ahLst/>
              <a:cxnLst/>
              <a:rect l="l" t="t" r="r" b="b"/>
              <a:pathLst>
                <a:path w="2805" h="851" extrusionOk="0">
                  <a:moveTo>
                    <a:pt x="442" y="0"/>
                  </a:moveTo>
                  <a:cubicBezTo>
                    <a:pt x="190" y="0"/>
                    <a:pt x="1" y="221"/>
                    <a:pt x="1" y="410"/>
                  </a:cubicBezTo>
                  <a:cubicBezTo>
                    <a:pt x="1" y="630"/>
                    <a:pt x="190" y="851"/>
                    <a:pt x="442" y="851"/>
                  </a:cubicBezTo>
                  <a:lnTo>
                    <a:pt x="2364" y="851"/>
                  </a:lnTo>
                  <a:cubicBezTo>
                    <a:pt x="2616" y="851"/>
                    <a:pt x="2773" y="630"/>
                    <a:pt x="2773" y="410"/>
                  </a:cubicBezTo>
                  <a:cubicBezTo>
                    <a:pt x="2805" y="221"/>
                    <a:pt x="2584" y="0"/>
                    <a:pt x="23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51"/>
            <p:cNvSpPr/>
            <p:nvPr/>
          </p:nvSpPr>
          <p:spPr>
            <a:xfrm>
              <a:off x="-42671650" y="2895675"/>
              <a:ext cx="70125" cy="20525"/>
            </a:xfrm>
            <a:custGeom>
              <a:avLst/>
              <a:gdLst/>
              <a:ahLst/>
              <a:cxnLst/>
              <a:rect l="l" t="t" r="r" b="b"/>
              <a:pathLst>
                <a:path w="2805" h="821" extrusionOk="0">
                  <a:moveTo>
                    <a:pt x="442" y="1"/>
                  </a:moveTo>
                  <a:cubicBezTo>
                    <a:pt x="190" y="1"/>
                    <a:pt x="1" y="190"/>
                    <a:pt x="1" y="442"/>
                  </a:cubicBezTo>
                  <a:cubicBezTo>
                    <a:pt x="1" y="663"/>
                    <a:pt x="190" y="820"/>
                    <a:pt x="442" y="820"/>
                  </a:cubicBezTo>
                  <a:lnTo>
                    <a:pt x="2364" y="820"/>
                  </a:lnTo>
                  <a:cubicBezTo>
                    <a:pt x="2616" y="820"/>
                    <a:pt x="2773" y="631"/>
                    <a:pt x="2773" y="442"/>
                  </a:cubicBezTo>
                  <a:cubicBezTo>
                    <a:pt x="2805" y="190"/>
                    <a:pt x="2584" y="1"/>
                    <a:pt x="23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51"/>
            <p:cNvSpPr/>
            <p:nvPr/>
          </p:nvSpPr>
          <p:spPr>
            <a:xfrm>
              <a:off x="-42796875" y="2680675"/>
              <a:ext cx="319000" cy="318225"/>
            </a:xfrm>
            <a:custGeom>
              <a:avLst/>
              <a:gdLst/>
              <a:ahLst/>
              <a:cxnLst/>
              <a:rect l="l" t="t" r="r" b="b"/>
              <a:pathLst>
                <a:path w="12760" h="12729" extrusionOk="0">
                  <a:moveTo>
                    <a:pt x="9011" y="882"/>
                  </a:moveTo>
                  <a:cubicBezTo>
                    <a:pt x="9168" y="882"/>
                    <a:pt x="9357" y="914"/>
                    <a:pt x="9483" y="945"/>
                  </a:cubicBezTo>
                  <a:cubicBezTo>
                    <a:pt x="9799" y="1071"/>
                    <a:pt x="10051" y="1355"/>
                    <a:pt x="10177" y="1701"/>
                  </a:cubicBezTo>
                  <a:lnTo>
                    <a:pt x="2615" y="1701"/>
                  </a:lnTo>
                  <a:cubicBezTo>
                    <a:pt x="2804" y="1229"/>
                    <a:pt x="3245" y="882"/>
                    <a:pt x="3781" y="882"/>
                  </a:cubicBezTo>
                  <a:close/>
                  <a:moveTo>
                    <a:pt x="1733" y="3623"/>
                  </a:moveTo>
                  <a:lnTo>
                    <a:pt x="1733" y="5293"/>
                  </a:lnTo>
                  <a:lnTo>
                    <a:pt x="914" y="5293"/>
                  </a:lnTo>
                  <a:lnTo>
                    <a:pt x="914" y="3623"/>
                  </a:lnTo>
                  <a:close/>
                  <a:moveTo>
                    <a:pt x="11941" y="3623"/>
                  </a:moveTo>
                  <a:lnTo>
                    <a:pt x="11941" y="5293"/>
                  </a:lnTo>
                  <a:lnTo>
                    <a:pt x="11122" y="5293"/>
                  </a:lnTo>
                  <a:lnTo>
                    <a:pt x="11122" y="3623"/>
                  </a:lnTo>
                  <a:close/>
                  <a:moveTo>
                    <a:pt x="10240" y="2521"/>
                  </a:moveTo>
                  <a:lnTo>
                    <a:pt x="10240" y="5316"/>
                  </a:lnTo>
                  <a:lnTo>
                    <a:pt x="10240" y="5316"/>
                  </a:lnTo>
                  <a:cubicBezTo>
                    <a:pt x="10144" y="5293"/>
                    <a:pt x="10003" y="5293"/>
                    <a:pt x="9862" y="5293"/>
                  </a:cubicBezTo>
                  <a:lnTo>
                    <a:pt x="6932" y="5293"/>
                  </a:lnTo>
                  <a:lnTo>
                    <a:pt x="6932" y="2521"/>
                  </a:lnTo>
                  <a:close/>
                  <a:moveTo>
                    <a:pt x="6144" y="2521"/>
                  </a:moveTo>
                  <a:lnTo>
                    <a:pt x="6144" y="5293"/>
                  </a:lnTo>
                  <a:lnTo>
                    <a:pt x="2962" y="5293"/>
                  </a:lnTo>
                  <a:cubicBezTo>
                    <a:pt x="2804" y="5293"/>
                    <a:pt x="2678" y="5293"/>
                    <a:pt x="2552" y="5324"/>
                  </a:cubicBezTo>
                  <a:lnTo>
                    <a:pt x="2552" y="2521"/>
                  </a:lnTo>
                  <a:close/>
                  <a:moveTo>
                    <a:pt x="9893" y="6207"/>
                  </a:moveTo>
                  <a:cubicBezTo>
                    <a:pt x="10555" y="6207"/>
                    <a:pt x="11122" y="6742"/>
                    <a:pt x="11122" y="7404"/>
                  </a:cubicBezTo>
                  <a:lnTo>
                    <a:pt x="11122" y="9861"/>
                  </a:lnTo>
                  <a:cubicBezTo>
                    <a:pt x="11122" y="10019"/>
                    <a:pt x="11027" y="10145"/>
                    <a:pt x="10933" y="10208"/>
                  </a:cubicBezTo>
                  <a:cubicBezTo>
                    <a:pt x="10838" y="10239"/>
                    <a:pt x="10775" y="10302"/>
                    <a:pt x="10681" y="10302"/>
                  </a:cubicBezTo>
                  <a:lnTo>
                    <a:pt x="2143" y="10302"/>
                  </a:lnTo>
                  <a:cubicBezTo>
                    <a:pt x="1922" y="10302"/>
                    <a:pt x="1796" y="10176"/>
                    <a:pt x="1733" y="10019"/>
                  </a:cubicBezTo>
                  <a:cubicBezTo>
                    <a:pt x="1702" y="9924"/>
                    <a:pt x="1733" y="10050"/>
                    <a:pt x="1733" y="8254"/>
                  </a:cubicBezTo>
                  <a:lnTo>
                    <a:pt x="1733" y="7404"/>
                  </a:lnTo>
                  <a:cubicBezTo>
                    <a:pt x="1733" y="6994"/>
                    <a:pt x="1922" y="6616"/>
                    <a:pt x="2300" y="6396"/>
                  </a:cubicBezTo>
                  <a:cubicBezTo>
                    <a:pt x="2489" y="6270"/>
                    <a:pt x="2710" y="6207"/>
                    <a:pt x="2993" y="6207"/>
                  </a:cubicBezTo>
                  <a:close/>
                  <a:moveTo>
                    <a:pt x="3403" y="11090"/>
                  </a:moveTo>
                  <a:lnTo>
                    <a:pt x="3403" y="11909"/>
                  </a:lnTo>
                  <a:lnTo>
                    <a:pt x="2552" y="11909"/>
                  </a:lnTo>
                  <a:lnTo>
                    <a:pt x="2552" y="11090"/>
                  </a:lnTo>
                  <a:close/>
                  <a:moveTo>
                    <a:pt x="10271" y="11090"/>
                  </a:moveTo>
                  <a:lnTo>
                    <a:pt x="10271" y="11909"/>
                  </a:lnTo>
                  <a:lnTo>
                    <a:pt x="9452" y="11909"/>
                  </a:lnTo>
                  <a:lnTo>
                    <a:pt x="9452" y="11090"/>
                  </a:lnTo>
                  <a:close/>
                  <a:moveTo>
                    <a:pt x="3750" y="0"/>
                  </a:moveTo>
                  <a:cubicBezTo>
                    <a:pt x="2615" y="0"/>
                    <a:pt x="1670" y="945"/>
                    <a:pt x="1670" y="2079"/>
                  </a:cubicBezTo>
                  <a:lnTo>
                    <a:pt x="1670" y="2804"/>
                  </a:lnTo>
                  <a:lnTo>
                    <a:pt x="442" y="2804"/>
                  </a:lnTo>
                  <a:cubicBezTo>
                    <a:pt x="190" y="2804"/>
                    <a:pt x="0" y="2993"/>
                    <a:pt x="0" y="3214"/>
                  </a:cubicBezTo>
                  <a:lnTo>
                    <a:pt x="0" y="5671"/>
                  </a:lnTo>
                  <a:cubicBezTo>
                    <a:pt x="0" y="5923"/>
                    <a:pt x="190" y="6112"/>
                    <a:pt x="442" y="6112"/>
                  </a:cubicBezTo>
                  <a:lnTo>
                    <a:pt x="1261" y="6112"/>
                  </a:lnTo>
                  <a:cubicBezTo>
                    <a:pt x="977" y="6459"/>
                    <a:pt x="820" y="6900"/>
                    <a:pt x="820" y="7341"/>
                  </a:cubicBezTo>
                  <a:lnTo>
                    <a:pt x="820" y="9830"/>
                  </a:lnTo>
                  <a:cubicBezTo>
                    <a:pt x="820" y="10365"/>
                    <a:pt x="1198" y="10806"/>
                    <a:pt x="1670" y="10995"/>
                  </a:cubicBezTo>
                  <a:lnTo>
                    <a:pt x="1670" y="12287"/>
                  </a:lnTo>
                  <a:cubicBezTo>
                    <a:pt x="1670" y="12539"/>
                    <a:pt x="1859" y="12728"/>
                    <a:pt x="2048" y="12728"/>
                  </a:cubicBezTo>
                  <a:lnTo>
                    <a:pt x="3718" y="12728"/>
                  </a:lnTo>
                  <a:cubicBezTo>
                    <a:pt x="3939" y="12728"/>
                    <a:pt x="4096" y="12539"/>
                    <a:pt x="4096" y="12287"/>
                  </a:cubicBezTo>
                  <a:lnTo>
                    <a:pt x="4096" y="11090"/>
                  </a:lnTo>
                  <a:lnTo>
                    <a:pt x="8507" y="11090"/>
                  </a:lnTo>
                  <a:lnTo>
                    <a:pt x="8507" y="12287"/>
                  </a:lnTo>
                  <a:cubicBezTo>
                    <a:pt x="8507" y="12539"/>
                    <a:pt x="8696" y="12728"/>
                    <a:pt x="8916" y="12728"/>
                  </a:cubicBezTo>
                  <a:lnTo>
                    <a:pt x="10555" y="12728"/>
                  </a:lnTo>
                  <a:cubicBezTo>
                    <a:pt x="10807" y="12728"/>
                    <a:pt x="10964" y="12539"/>
                    <a:pt x="10964" y="12287"/>
                  </a:cubicBezTo>
                  <a:lnTo>
                    <a:pt x="10964" y="10995"/>
                  </a:lnTo>
                  <a:cubicBezTo>
                    <a:pt x="11468" y="10838"/>
                    <a:pt x="11783" y="10365"/>
                    <a:pt x="11783" y="9830"/>
                  </a:cubicBezTo>
                  <a:lnTo>
                    <a:pt x="11783" y="7341"/>
                  </a:lnTo>
                  <a:cubicBezTo>
                    <a:pt x="11783" y="6868"/>
                    <a:pt x="11626" y="6427"/>
                    <a:pt x="11374" y="6112"/>
                  </a:cubicBezTo>
                  <a:lnTo>
                    <a:pt x="12224" y="6112"/>
                  </a:lnTo>
                  <a:cubicBezTo>
                    <a:pt x="12445" y="6112"/>
                    <a:pt x="12602" y="5923"/>
                    <a:pt x="12602" y="5671"/>
                  </a:cubicBezTo>
                  <a:lnTo>
                    <a:pt x="12602" y="3214"/>
                  </a:lnTo>
                  <a:cubicBezTo>
                    <a:pt x="12760" y="2993"/>
                    <a:pt x="12571" y="2804"/>
                    <a:pt x="12319" y="2804"/>
                  </a:cubicBezTo>
                  <a:lnTo>
                    <a:pt x="11059" y="2804"/>
                  </a:lnTo>
                  <a:lnTo>
                    <a:pt x="11059" y="2079"/>
                  </a:lnTo>
                  <a:cubicBezTo>
                    <a:pt x="11059" y="945"/>
                    <a:pt x="10145" y="0"/>
                    <a:pt x="89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51"/>
            <p:cNvSpPr/>
            <p:nvPr/>
          </p:nvSpPr>
          <p:spPr>
            <a:xfrm>
              <a:off x="-42753550" y="2854500"/>
              <a:ext cx="63825" cy="61700"/>
            </a:xfrm>
            <a:custGeom>
              <a:avLst/>
              <a:gdLst/>
              <a:ahLst/>
              <a:cxnLst/>
              <a:rect l="l" t="t" r="r" b="b"/>
              <a:pathLst>
                <a:path w="2553" h="2468" extrusionOk="0">
                  <a:moveTo>
                    <a:pt x="1263" y="829"/>
                  </a:moveTo>
                  <a:cubicBezTo>
                    <a:pt x="1435" y="829"/>
                    <a:pt x="1565" y="949"/>
                    <a:pt x="1639" y="1144"/>
                  </a:cubicBezTo>
                  <a:cubicBezTo>
                    <a:pt x="1718" y="1410"/>
                    <a:pt x="1483" y="1676"/>
                    <a:pt x="1218" y="1676"/>
                  </a:cubicBezTo>
                  <a:cubicBezTo>
                    <a:pt x="1170" y="1676"/>
                    <a:pt x="1120" y="1668"/>
                    <a:pt x="1071" y="1648"/>
                  </a:cubicBezTo>
                  <a:cubicBezTo>
                    <a:pt x="945" y="1616"/>
                    <a:pt x="882" y="1490"/>
                    <a:pt x="851" y="1364"/>
                  </a:cubicBezTo>
                  <a:cubicBezTo>
                    <a:pt x="756" y="1144"/>
                    <a:pt x="914" y="892"/>
                    <a:pt x="1103" y="860"/>
                  </a:cubicBezTo>
                  <a:cubicBezTo>
                    <a:pt x="1160" y="839"/>
                    <a:pt x="1213" y="829"/>
                    <a:pt x="1263" y="829"/>
                  </a:cubicBezTo>
                  <a:close/>
                  <a:moveTo>
                    <a:pt x="1234" y="0"/>
                  </a:moveTo>
                  <a:cubicBezTo>
                    <a:pt x="841" y="0"/>
                    <a:pt x="443" y="194"/>
                    <a:pt x="189" y="545"/>
                  </a:cubicBezTo>
                  <a:cubicBezTo>
                    <a:pt x="95" y="734"/>
                    <a:pt x="0" y="986"/>
                    <a:pt x="0" y="1238"/>
                  </a:cubicBezTo>
                  <a:cubicBezTo>
                    <a:pt x="0" y="1932"/>
                    <a:pt x="567" y="2467"/>
                    <a:pt x="1229" y="2467"/>
                  </a:cubicBezTo>
                  <a:cubicBezTo>
                    <a:pt x="1765" y="2467"/>
                    <a:pt x="2237" y="2121"/>
                    <a:pt x="2395" y="1616"/>
                  </a:cubicBezTo>
                  <a:cubicBezTo>
                    <a:pt x="2552" y="1081"/>
                    <a:pt x="2363" y="514"/>
                    <a:pt x="1922" y="230"/>
                  </a:cubicBezTo>
                  <a:cubicBezTo>
                    <a:pt x="1718" y="74"/>
                    <a:pt x="1477" y="0"/>
                    <a:pt x="12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51"/>
            <p:cNvSpPr/>
            <p:nvPr/>
          </p:nvSpPr>
          <p:spPr>
            <a:xfrm>
              <a:off x="-42581850" y="2853950"/>
              <a:ext cx="63025" cy="61475"/>
            </a:xfrm>
            <a:custGeom>
              <a:avLst/>
              <a:gdLst/>
              <a:ahLst/>
              <a:cxnLst/>
              <a:rect l="l" t="t" r="r" b="b"/>
              <a:pathLst>
                <a:path w="2521" h="2459" extrusionOk="0">
                  <a:moveTo>
                    <a:pt x="1269" y="860"/>
                  </a:moveTo>
                  <a:cubicBezTo>
                    <a:pt x="1493" y="860"/>
                    <a:pt x="1670" y="1049"/>
                    <a:pt x="1670" y="1260"/>
                  </a:cubicBezTo>
                  <a:cubicBezTo>
                    <a:pt x="1670" y="1481"/>
                    <a:pt x="1576" y="1638"/>
                    <a:pt x="1355" y="1670"/>
                  </a:cubicBezTo>
                  <a:cubicBezTo>
                    <a:pt x="1311" y="1683"/>
                    <a:pt x="1268" y="1689"/>
                    <a:pt x="1227" y="1689"/>
                  </a:cubicBezTo>
                  <a:cubicBezTo>
                    <a:pt x="1063" y="1689"/>
                    <a:pt x="927" y="1588"/>
                    <a:pt x="851" y="1386"/>
                  </a:cubicBezTo>
                  <a:cubicBezTo>
                    <a:pt x="788" y="1166"/>
                    <a:pt x="882" y="945"/>
                    <a:pt x="1135" y="882"/>
                  </a:cubicBezTo>
                  <a:cubicBezTo>
                    <a:pt x="1180" y="867"/>
                    <a:pt x="1225" y="860"/>
                    <a:pt x="1269" y="860"/>
                  </a:cubicBezTo>
                  <a:close/>
                  <a:moveTo>
                    <a:pt x="1261" y="0"/>
                  </a:moveTo>
                  <a:cubicBezTo>
                    <a:pt x="567" y="0"/>
                    <a:pt x="0" y="567"/>
                    <a:pt x="32" y="1229"/>
                  </a:cubicBezTo>
                  <a:cubicBezTo>
                    <a:pt x="32" y="1874"/>
                    <a:pt x="541" y="2459"/>
                    <a:pt x="1208" y="2459"/>
                  </a:cubicBezTo>
                  <a:cubicBezTo>
                    <a:pt x="1226" y="2459"/>
                    <a:pt x="1243" y="2458"/>
                    <a:pt x="1261" y="2458"/>
                  </a:cubicBezTo>
                  <a:cubicBezTo>
                    <a:pt x="1922" y="2458"/>
                    <a:pt x="2521" y="1891"/>
                    <a:pt x="2458" y="1229"/>
                  </a:cubicBezTo>
                  <a:cubicBezTo>
                    <a:pt x="2521" y="567"/>
                    <a:pt x="1954" y="0"/>
                    <a:pt x="12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8"/>
        <p:cNvGrpSpPr/>
        <p:nvPr/>
      </p:nvGrpSpPr>
      <p:grpSpPr>
        <a:xfrm>
          <a:off x="0" y="0"/>
          <a:ext cx="0" cy="0"/>
          <a:chOff x="0" y="0"/>
          <a:chExt cx="0" cy="0"/>
        </a:xfrm>
      </p:grpSpPr>
      <p:sp>
        <p:nvSpPr>
          <p:cNvPr id="2029" name="Google Shape;2029;p52"/>
          <p:cNvSpPr txBox="1">
            <a:spLocks noGrp="1"/>
          </p:cNvSpPr>
          <p:nvPr>
            <p:ph type="ctrTitle"/>
          </p:nvPr>
        </p:nvSpPr>
        <p:spPr>
          <a:xfrm flipH="1">
            <a:off x="176350" y="265225"/>
            <a:ext cx="2826000" cy="577800"/>
          </a:xfrm>
          <a:prstGeom prst="rect">
            <a:avLst/>
          </a:prstGeom>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2600"/>
              <a:t>System Overview</a:t>
            </a:r>
            <a:endParaRPr sz="3600"/>
          </a:p>
        </p:txBody>
      </p:sp>
      <p:pic>
        <p:nvPicPr>
          <p:cNvPr id="2030" name="Google Shape;2030;p52"/>
          <p:cNvPicPr preferRelativeResize="0"/>
          <p:nvPr/>
        </p:nvPicPr>
        <p:blipFill>
          <a:blip r:embed="rId3">
            <a:alphaModFix/>
          </a:blip>
          <a:stretch>
            <a:fillRect/>
          </a:stretch>
        </p:blipFill>
        <p:spPr>
          <a:xfrm>
            <a:off x="237713" y="984225"/>
            <a:ext cx="8668585" cy="39956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34"/>
        <p:cNvGrpSpPr/>
        <p:nvPr/>
      </p:nvGrpSpPr>
      <p:grpSpPr>
        <a:xfrm>
          <a:off x="0" y="0"/>
          <a:ext cx="0" cy="0"/>
          <a:chOff x="0" y="0"/>
          <a:chExt cx="0" cy="0"/>
        </a:xfrm>
      </p:grpSpPr>
      <p:sp>
        <p:nvSpPr>
          <p:cNvPr id="2035" name="Google Shape;2035;p53"/>
          <p:cNvSpPr txBox="1">
            <a:spLocks noGrp="1"/>
          </p:cNvSpPr>
          <p:nvPr>
            <p:ph type="ctrTitle"/>
          </p:nvPr>
        </p:nvSpPr>
        <p:spPr>
          <a:xfrm flipH="1">
            <a:off x="770700" y="468450"/>
            <a:ext cx="80955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Sources &amp; Preprocessing</a:t>
            </a:r>
            <a:endParaRPr/>
          </a:p>
        </p:txBody>
      </p:sp>
      <p:grpSp>
        <p:nvGrpSpPr>
          <p:cNvPr id="2036" name="Google Shape;2036;p53"/>
          <p:cNvGrpSpPr/>
          <p:nvPr/>
        </p:nvGrpSpPr>
        <p:grpSpPr>
          <a:xfrm>
            <a:off x="1526850" y="1511875"/>
            <a:ext cx="980695" cy="982361"/>
            <a:chOff x="917250" y="2165250"/>
            <a:chExt cx="980695" cy="982361"/>
          </a:xfrm>
        </p:grpSpPr>
        <p:sp>
          <p:nvSpPr>
            <p:cNvPr id="2037" name="Google Shape;2037;p53"/>
            <p:cNvSpPr/>
            <p:nvPr/>
          </p:nvSpPr>
          <p:spPr>
            <a:xfrm>
              <a:off x="917250" y="2165250"/>
              <a:ext cx="980695" cy="982361"/>
            </a:xfrm>
            <a:custGeom>
              <a:avLst/>
              <a:gdLst/>
              <a:ahLst/>
              <a:cxnLst/>
              <a:rect l="l" t="t" r="r" b="b"/>
              <a:pathLst>
                <a:path w="14713" h="14738" extrusionOk="0">
                  <a:moveTo>
                    <a:pt x="7419" y="1"/>
                  </a:moveTo>
                  <a:cubicBezTo>
                    <a:pt x="3334" y="1"/>
                    <a:pt x="0" y="3359"/>
                    <a:pt x="0" y="7420"/>
                  </a:cubicBezTo>
                  <a:cubicBezTo>
                    <a:pt x="0" y="11505"/>
                    <a:pt x="3334" y="14738"/>
                    <a:pt x="7419" y="14738"/>
                  </a:cubicBezTo>
                  <a:cubicBezTo>
                    <a:pt x="11479" y="14738"/>
                    <a:pt x="14712" y="11505"/>
                    <a:pt x="14712" y="7420"/>
                  </a:cubicBezTo>
                  <a:cubicBezTo>
                    <a:pt x="14712" y="3359"/>
                    <a:pt x="11479" y="1"/>
                    <a:pt x="7419" y="1"/>
                  </a:cubicBez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53"/>
            <p:cNvSpPr/>
            <p:nvPr/>
          </p:nvSpPr>
          <p:spPr>
            <a:xfrm>
              <a:off x="1037015" y="2285225"/>
              <a:ext cx="741167" cy="742427"/>
            </a:xfrm>
            <a:custGeom>
              <a:avLst/>
              <a:gdLst/>
              <a:ahLst/>
              <a:cxnLst/>
              <a:rect l="l" t="t" r="r" b="b"/>
              <a:pathLst>
                <a:path w="14713" h="14738" extrusionOk="0">
                  <a:moveTo>
                    <a:pt x="7419" y="1"/>
                  </a:moveTo>
                  <a:cubicBezTo>
                    <a:pt x="3334" y="1"/>
                    <a:pt x="0" y="3359"/>
                    <a:pt x="0" y="7420"/>
                  </a:cubicBezTo>
                  <a:cubicBezTo>
                    <a:pt x="0" y="11505"/>
                    <a:pt x="3334" y="14738"/>
                    <a:pt x="7419" y="14738"/>
                  </a:cubicBezTo>
                  <a:cubicBezTo>
                    <a:pt x="11479" y="14738"/>
                    <a:pt x="14712" y="11505"/>
                    <a:pt x="14712" y="7420"/>
                  </a:cubicBezTo>
                  <a:cubicBezTo>
                    <a:pt x="14712" y="3359"/>
                    <a:pt x="11479" y="1"/>
                    <a:pt x="7419" y="1"/>
                  </a:cubicBezTo>
                  <a:close/>
                </a:path>
              </a:pathLst>
            </a:custGeom>
            <a:solidFill>
              <a:schemeClr val="accent6"/>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9" name="Google Shape;2039;p53"/>
          <p:cNvGrpSpPr/>
          <p:nvPr/>
        </p:nvGrpSpPr>
        <p:grpSpPr>
          <a:xfrm>
            <a:off x="1841620" y="1832680"/>
            <a:ext cx="351155" cy="340753"/>
            <a:chOff x="-59481900" y="2290800"/>
            <a:chExt cx="319000" cy="309550"/>
          </a:xfrm>
        </p:grpSpPr>
        <p:sp>
          <p:nvSpPr>
            <p:cNvPr id="2040" name="Google Shape;2040;p53"/>
            <p:cNvSpPr/>
            <p:nvPr/>
          </p:nvSpPr>
          <p:spPr>
            <a:xfrm>
              <a:off x="-59481900" y="2290800"/>
              <a:ext cx="319000" cy="309550"/>
            </a:xfrm>
            <a:custGeom>
              <a:avLst/>
              <a:gdLst/>
              <a:ahLst/>
              <a:cxnLst/>
              <a:rect l="l" t="t" r="r" b="b"/>
              <a:pathLst>
                <a:path w="12760" h="12382" extrusionOk="0">
                  <a:moveTo>
                    <a:pt x="6427" y="851"/>
                  </a:moveTo>
                  <a:cubicBezTo>
                    <a:pt x="6900" y="851"/>
                    <a:pt x="7247" y="1197"/>
                    <a:pt x="7247" y="1670"/>
                  </a:cubicBezTo>
                  <a:lnTo>
                    <a:pt x="7247" y="4159"/>
                  </a:lnTo>
                  <a:lnTo>
                    <a:pt x="5608" y="4159"/>
                  </a:lnTo>
                  <a:lnTo>
                    <a:pt x="5608" y="1670"/>
                  </a:lnTo>
                  <a:cubicBezTo>
                    <a:pt x="5608" y="1197"/>
                    <a:pt x="5955" y="851"/>
                    <a:pt x="6427" y="851"/>
                  </a:cubicBezTo>
                  <a:close/>
                  <a:moveTo>
                    <a:pt x="11594" y="3308"/>
                  </a:moveTo>
                  <a:cubicBezTo>
                    <a:pt x="11846" y="3308"/>
                    <a:pt x="12004" y="3529"/>
                    <a:pt x="12004" y="3749"/>
                  </a:cubicBezTo>
                  <a:lnTo>
                    <a:pt x="12004" y="11185"/>
                  </a:lnTo>
                  <a:lnTo>
                    <a:pt x="11941" y="11185"/>
                  </a:lnTo>
                  <a:cubicBezTo>
                    <a:pt x="11941" y="11437"/>
                    <a:pt x="11752" y="11594"/>
                    <a:pt x="11563" y="11594"/>
                  </a:cubicBezTo>
                  <a:lnTo>
                    <a:pt x="1355" y="11594"/>
                  </a:lnTo>
                  <a:cubicBezTo>
                    <a:pt x="1103" y="11594"/>
                    <a:pt x="914" y="11405"/>
                    <a:pt x="914" y="11185"/>
                  </a:cubicBezTo>
                  <a:lnTo>
                    <a:pt x="914" y="3749"/>
                  </a:lnTo>
                  <a:cubicBezTo>
                    <a:pt x="914" y="3529"/>
                    <a:pt x="1103" y="3308"/>
                    <a:pt x="1355" y="3308"/>
                  </a:cubicBezTo>
                  <a:lnTo>
                    <a:pt x="4821" y="3308"/>
                  </a:lnTo>
                  <a:lnTo>
                    <a:pt x="4821" y="4568"/>
                  </a:lnTo>
                  <a:cubicBezTo>
                    <a:pt x="4821" y="4821"/>
                    <a:pt x="5010" y="5010"/>
                    <a:pt x="5199" y="5010"/>
                  </a:cubicBezTo>
                  <a:lnTo>
                    <a:pt x="7688" y="5010"/>
                  </a:lnTo>
                  <a:cubicBezTo>
                    <a:pt x="7940" y="5010"/>
                    <a:pt x="8129" y="4821"/>
                    <a:pt x="8129" y="4568"/>
                  </a:cubicBezTo>
                  <a:lnTo>
                    <a:pt x="8129" y="3308"/>
                  </a:lnTo>
                  <a:close/>
                  <a:moveTo>
                    <a:pt x="6396" y="0"/>
                  </a:moveTo>
                  <a:cubicBezTo>
                    <a:pt x="5482" y="0"/>
                    <a:pt x="4726" y="756"/>
                    <a:pt x="4726" y="1670"/>
                  </a:cubicBezTo>
                  <a:lnTo>
                    <a:pt x="4726" y="2489"/>
                  </a:lnTo>
                  <a:lnTo>
                    <a:pt x="1261" y="2489"/>
                  </a:lnTo>
                  <a:cubicBezTo>
                    <a:pt x="599" y="2489"/>
                    <a:pt x="0" y="3056"/>
                    <a:pt x="0" y="3718"/>
                  </a:cubicBezTo>
                  <a:lnTo>
                    <a:pt x="0" y="11153"/>
                  </a:lnTo>
                  <a:cubicBezTo>
                    <a:pt x="0" y="11815"/>
                    <a:pt x="568" y="12382"/>
                    <a:pt x="1261" y="12382"/>
                  </a:cubicBezTo>
                  <a:lnTo>
                    <a:pt x="11468" y="12382"/>
                  </a:lnTo>
                  <a:cubicBezTo>
                    <a:pt x="12130" y="12382"/>
                    <a:pt x="12697" y="11815"/>
                    <a:pt x="12697" y="11153"/>
                  </a:cubicBezTo>
                  <a:lnTo>
                    <a:pt x="12697" y="3749"/>
                  </a:lnTo>
                  <a:cubicBezTo>
                    <a:pt x="12760" y="3025"/>
                    <a:pt x="12193" y="2489"/>
                    <a:pt x="11500" y="2489"/>
                  </a:cubicBezTo>
                  <a:lnTo>
                    <a:pt x="8034" y="2489"/>
                  </a:lnTo>
                  <a:lnTo>
                    <a:pt x="8034" y="1670"/>
                  </a:lnTo>
                  <a:cubicBezTo>
                    <a:pt x="8034" y="756"/>
                    <a:pt x="7310" y="0"/>
                    <a:pt x="63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53"/>
            <p:cNvSpPr/>
            <p:nvPr/>
          </p:nvSpPr>
          <p:spPr>
            <a:xfrm>
              <a:off x="-59287350" y="2456200"/>
              <a:ext cx="83500" cy="21275"/>
            </a:xfrm>
            <a:custGeom>
              <a:avLst/>
              <a:gdLst/>
              <a:ahLst/>
              <a:cxnLst/>
              <a:rect l="l" t="t" r="r" b="b"/>
              <a:pathLst>
                <a:path w="3340" h="851" extrusionOk="0">
                  <a:moveTo>
                    <a:pt x="410" y="0"/>
                  </a:moveTo>
                  <a:cubicBezTo>
                    <a:pt x="189" y="0"/>
                    <a:pt x="0" y="221"/>
                    <a:pt x="0" y="441"/>
                  </a:cubicBezTo>
                  <a:cubicBezTo>
                    <a:pt x="0" y="693"/>
                    <a:pt x="189" y="851"/>
                    <a:pt x="410" y="851"/>
                  </a:cubicBezTo>
                  <a:lnTo>
                    <a:pt x="2899" y="851"/>
                  </a:lnTo>
                  <a:cubicBezTo>
                    <a:pt x="3151" y="851"/>
                    <a:pt x="3308" y="630"/>
                    <a:pt x="3308" y="441"/>
                  </a:cubicBezTo>
                  <a:cubicBezTo>
                    <a:pt x="3340" y="221"/>
                    <a:pt x="3151" y="0"/>
                    <a:pt x="28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53"/>
            <p:cNvSpPr/>
            <p:nvPr/>
          </p:nvSpPr>
          <p:spPr>
            <a:xfrm>
              <a:off x="-59287350" y="2497950"/>
              <a:ext cx="83500" cy="21275"/>
            </a:xfrm>
            <a:custGeom>
              <a:avLst/>
              <a:gdLst/>
              <a:ahLst/>
              <a:cxnLst/>
              <a:rect l="l" t="t" r="r" b="b"/>
              <a:pathLst>
                <a:path w="3340" h="851" extrusionOk="0">
                  <a:moveTo>
                    <a:pt x="410" y="0"/>
                  </a:moveTo>
                  <a:cubicBezTo>
                    <a:pt x="189" y="0"/>
                    <a:pt x="0" y="189"/>
                    <a:pt x="0" y="441"/>
                  </a:cubicBezTo>
                  <a:cubicBezTo>
                    <a:pt x="0" y="662"/>
                    <a:pt x="189" y="851"/>
                    <a:pt x="410" y="851"/>
                  </a:cubicBezTo>
                  <a:lnTo>
                    <a:pt x="2899" y="851"/>
                  </a:lnTo>
                  <a:cubicBezTo>
                    <a:pt x="3151" y="851"/>
                    <a:pt x="3308" y="662"/>
                    <a:pt x="3308" y="441"/>
                  </a:cubicBezTo>
                  <a:cubicBezTo>
                    <a:pt x="3340" y="189"/>
                    <a:pt x="3151" y="0"/>
                    <a:pt x="28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53"/>
            <p:cNvSpPr/>
            <p:nvPr/>
          </p:nvSpPr>
          <p:spPr>
            <a:xfrm>
              <a:off x="-59287350" y="2538900"/>
              <a:ext cx="82700" cy="22075"/>
            </a:xfrm>
            <a:custGeom>
              <a:avLst/>
              <a:gdLst/>
              <a:ahLst/>
              <a:cxnLst/>
              <a:rect l="l" t="t" r="r" b="b"/>
              <a:pathLst>
                <a:path w="3308" h="883" extrusionOk="0">
                  <a:moveTo>
                    <a:pt x="410" y="0"/>
                  </a:moveTo>
                  <a:cubicBezTo>
                    <a:pt x="189" y="0"/>
                    <a:pt x="0" y="221"/>
                    <a:pt x="0" y="441"/>
                  </a:cubicBezTo>
                  <a:cubicBezTo>
                    <a:pt x="0" y="662"/>
                    <a:pt x="189" y="882"/>
                    <a:pt x="410" y="882"/>
                  </a:cubicBezTo>
                  <a:lnTo>
                    <a:pt x="2899" y="882"/>
                  </a:lnTo>
                  <a:cubicBezTo>
                    <a:pt x="3151" y="882"/>
                    <a:pt x="3308" y="662"/>
                    <a:pt x="3308" y="441"/>
                  </a:cubicBezTo>
                  <a:cubicBezTo>
                    <a:pt x="3308" y="221"/>
                    <a:pt x="3151" y="0"/>
                    <a:pt x="28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53"/>
            <p:cNvSpPr/>
            <p:nvPr/>
          </p:nvSpPr>
          <p:spPr>
            <a:xfrm>
              <a:off x="-59439375" y="2425425"/>
              <a:ext cx="125250" cy="134750"/>
            </a:xfrm>
            <a:custGeom>
              <a:avLst/>
              <a:gdLst/>
              <a:ahLst/>
              <a:cxnLst/>
              <a:rect l="l" t="t" r="r" b="b"/>
              <a:pathLst>
                <a:path w="5010" h="5390" extrusionOk="0">
                  <a:moveTo>
                    <a:pt x="2518" y="855"/>
                  </a:moveTo>
                  <a:cubicBezTo>
                    <a:pt x="2722" y="855"/>
                    <a:pt x="2928" y="925"/>
                    <a:pt x="3088" y="1074"/>
                  </a:cubicBezTo>
                  <a:cubicBezTo>
                    <a:pt x="3277" y="1294"/>
                    <a:pt x="3340" y="1609"/>
                    <a:pt x="3277" y="1924"/>
                  </a:cubicBezTo>
                  <a:cubicBezTo>
                    <a:pt x="3183" y="2176"/>
                    <a:pt x="2994" y="2428"/>
                    <a:pt x="2710" y="2460"/>
                  </a:cubicBezTo>
                  <a:cubicBezTo>
                    <a:pt x="2626" y="2485"/>
                    <a:pt x="2546" y="2497"/>
                    <a:pt x="2469" y="2497"/>
                  </a:cubicBezTo>
                  <a:cubicBezTo>
                    <a:pt x="2260" y="2497"/>
                    <a:pt x="2076" y="2409"/>
                    <a:pt x="1891" y="2271"/>
                  </a:cubicBezTo>
                  <a:cubicBezTo>
                    <a:pt x="1702" y="2019"/>
                    <a:pt x="1607" y="1704"/>
                    <a:pt x="1702" y="1452"/>
                  </a:cubicBezTo>
                  <a:cubicBezTo>
                    <a:pt x="1802" y="1070"/>
                    <a:pt x="2158" y="855"/>
                    <a:pt x="2518" y="855"/>
                  </a:cubicBezTo>
                  <a:close/>
                  <a:moveTo>
                    <a:pt x="2521" y="3342"/>
                  </a:moveTo>
                  <a:cubicBezTo>
                    <a:pt x="3309" y="3342"/>
                    <a:pt x="3939" y="3846"/>
                    <a:pt x="4159" y="4539"/>
                  </a:cubicBezTo>
                  <a:lnTo>
                    <a:pt x="914" y="4539"/>
                  </a:lnTo>
                  <a:cubicBezTo>
                    <a:pt x="1103" y="3846"/>
                    <a:pt x="1733" y="3342"/>
                    <a:pt x="2521" y="3342"/>
                  </a:cubicBezTo>
                  <a:close/>
                  <a:moveTo>
                    <a:pt x="2473" y="0"/>
                  </a:moveTo>
                  <a:cubicBezTo>
                    <a:pt x="1781" y="0"/>
                    <a:pt x="1110" y="436"/>
                    <a:pt x="914" y="1200"/>
                  </a:cubicBezTo>
                  <a:cubicBezTo>
                    <a:pt x="757" y="1798"/>
                    <a:pt x="914" y="2334"/>
                    <a:pt x="1292" y="2775"/>
                  </a:cubicBezTo>
                  <a:cubicBezTo>
                    <a:pt x="568" y="3216"/>
                    <a:pt x="1" y="4004"/>
                    <a:pt x="1" y="4949"/>
                  </a:cubicBezTo>
                  <a:cubicBezTo>
                    <a:pt x="1" y="5169"/>
                    <a:pt x="190" y="5390"/>
                    <a:pt x="410" y="5390"/>
                  </a:cubicBezTo>
                  <a:lnTo>
                    <a:pt x="4537" y="5390"/>
                  </a:lnTo>
                  <a:cubicBezTo>
                    <a:pt x="4758" y="5390"/>
                    <a:pt x="4978" y="5169"/>
                    <a:pt x="4978" y="4949"/>
                  </a:cubicBezTo>
                  <a:cubicBezTo>
                    <a:pt x="5010" y="4035"/>
                    <a:pt x="4506" y="3216"/>
                    <a:pt x="3718" y="2807"/>
                  </a:cubicBezTo>
                  <a:cubicBezTo>
                    <a:pt x="3907" y="2618"/>
                    <a:pt x="4033" y="2397"/>
                    <a:pt x="4096" y="2113"/>
                  </a:cubicBezTo>
                  <a:cubicBezTo>
                    <a:pt x="4254" y="1515"/>
                    <a:pt x="4096" y="916"/>
                    <a:pt x="3655" y="507"/>
                  </a:cubicBezTo>
                  <a:cubicBezTo>
                    <a:pt x="3322" y="161"/>
                    <a:pt x="2894" y="0"/>
                    <a:pt x="24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53"/>
            <p:cNvSpPr/>
            <p:nvPr/>
          </p:nvSpPr>
          <p:spPr>
            <a:xfrm>
              <a:off x="-59327525" y="2325450"/>
              <a:ext cx="13400" cy="13425"/>
            </a:xfrm>
            <a:custGeom>
              <a:avLst/>
              <a:gdLst/>
              <a:ahLst/>
              <a:cxnLst/>
              <a:rect l="l" t="t" r="r" b="b"/>
              <a:pathLst>
                <a:path w="536" h="537" extrusionOk="0">
                  <a:moveTo>
                    <a:pt x="252" y="1"/>
                  </a:moveTo>
                  <a:cubicBezTo>
                    <a:pt x="95" y="1"/>
                    <a:pt x="0" y="127"/>
                    <a:pt x="0" y="284"/>
                  </a:cubicBezTo>
                  <a:cubicBezTo>
                    <a:pt x="0" y="442"/>
                    <a:pt x="95" y="536"/>
                    <a:pt x="252" y="536"/>
                  </a:cubicBezTo>
                  <a:cubicBezTo>
                    <a:pt x="410" y="536"/>
                    <a:pt x="536" y="442"/>
                    <a:pt x="536" y="284"/>
                  </a:cubicBezTo>
                  <a:cubicBezTo>
                    <a:pt x="536" y="127"/>
                    <a:pt x="410" y="1"/>
                    <a:pt x="2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6" name="Google Shape;2046;p53"/>
          <p:cNvGrpSpPr/>
          <p:nvPr/>
        </p:nvGrpSpPr>
        <p:grpSpPr>
          <a:xfrm>
            <a:off x="1523988" y="3469200"/>
            <a:ext cx="980695" cy="982361"/>
            <a:chOff x="917250" y="2165250"/>
            <a:chExt cx="980695" cy="982361"/>
          </a:xfrm>
        </p:grpSpPr>
        <p:sp>
          <p:nvSpPr>
            <p:cNvPr id="2047" name="Google Shape;2047;p53"/>
            <p:cNvSpPr/>
            <p:nvPr/>
          </p:nvSpPr>
          <p:spPr>
            <a:xfrm>
              <a:off x="917250" y="2165250"/>
              <a:ext cx="980695" cy="982361"/>
            </a:xfrm>
            <a:custGeom>
              <a:avLst/>
              <a:gdLst/>
              <a:ahLst/>
              <a:cxnLst/>
              <a:rect l="l" t="t" r="r" b="b"/>
              <a:pathLst>
                <a:path w="14713" h="14738" extrusionOk="0">
                  <a:moveTo>
                    <a:pt x="7419" y="1"/>
                  </a:moveTo>
                  <a:cubicBezTo>
                    <a:pt x="3334" y="1"/>
                    <a:pt x="0" y="3359"/>
                    <a:pt x="0" y="7420"/>
                  </a:cubicBezTo>
                  <a:cubicBezTo>
                    <a:pt x="0" y="11505"/>
                    <a:pt x="3334" y="14738"/>
                    <a:pt x="7419" y="14738"/>
                  </a:cubicBezTo>
                  <a:cubicBezTo>
                    <a:pt x="11479" y="14738"/>
                    <a:pt x="14712" y="11505"/>
                    <a:pt x="14712" y="7420"/>
                  </a:cubicBezTo>
                  <a:cubicBezTo>
                    <a:pt x="14712" y="3359"/>
                    <a:pt x="11479" y="1"/>
                    <a:pt x="7419" y="1"/>
                  </a:cubicBez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53"/>
            <p:cNvSpPr/>
            <p:nvPr/>
          </p:nvSpPr>
          <p:spPr>
            <a:xfrm>
              <a:off x="1037015" y="2285225"/>
              <a:ext cx="741167" cy="742427"/>
            </a:xfrm>
            <a:custGeom>
              <a:avLst/>
              <a:gdLst/>
              <a:ahLst/>
              <a:cxnLst/>
              <a:rect l="l" t="t" r="r" b="b"/>
              <a:pathLst>
                <a:path w="14713" h="14738" extrusionOk="0">
                  <a:moveTo>
                    <a:pt x="7419" y="1"/>
                  </a:moveTo>
                  <a:cubicBezTo>
                    <a:pt x="3334" y="1"/>
                    <a:pt x="0" y="3359"/>
                    <a:pt x="0" y="7420"/>
                  </a:cubicBezTo>
                  <a:cubicBezTo>
                    <a:pt x="0" y="11505"/>
                    <a:pt x="3334" y="14738"/>
                    <a:pt x="7419" y="14738"/>
                  </a:cubicBezTo>
                  <a:cubicBezTo>
                    <a:pt x="11479" y="14738"/>
                    <a:pt x="14712" y="11505"/>
                    <a:pt x="14712" y="7420"/>
                  </a:cubicBezTo>
                  <a:cubicBezTo>
                    <a:pt x="14712" y="3359"/>
                    <a:pt x="11479" y="1"/>
                    <a:pt x="7419" y="1"/>
                  </a:cubicBezTo>
                  <a:close/>
                </a:path>
              </a:pathLst>
            </a:custGeom>
            <a:solidFill>
              <a:schemeClr val="accent5"/>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9" name="Google Shape;2049;p53"/>
          <p:cNvSpPr txBox="1">
            <a:spLocks noGrp="1"/>
          </p:cNvSpPr>
          <p:nvPr>
            <p:ph type="subTitle" idx="1"/>
          </p:nvPr>
        </p:nvSpPr>
        <p:spPr>
          <a:xfrm>
            <a:off x="3280830" y="1046250"/>
            <a:ext cx="2733900" cy="57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Real-time job postings</a:t>
            </a:r>
            <a:endParaRPr/>
          </a:p>
        </p:txBody>
      </p:sp>
      <p:sp>
        <p:nvSpPr>
          <p:cNvPr id="2050" name="Google Shape;2050;p53"/>
          <p:cNvSpPr txBox="1">
            <a:spLocks noGrp="1"/>
          </p:cNvSpPr>
          <p:nvPr>
            <p:ph type="subTitle" idx="2"/>
          </p:nvPr>
        </p:nvSpPr>
        <p:spPr>
          <a:xfrm>
            <a:off x="3280825" y="1553859"/>
            <a:ext cx="4614000" cy="165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Job data is fetched using the RapidAPI JSearch API</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No direct web crawling is performed</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Basic JSON-based caching is used to reduce repeated API calls</a:t>
            </a:r>
            <a:endParaRPr>
              <a:solidFill>
                <a:schemeClr val="dk1"/>
              </a:solidFill>
            </a:endParaRPr>
          </a:p>
          <a:p>
            <a:pPr marL="457200" lvl="0" indent="0" algn="l" rtl="0">
              <a:spcBef>
                <a:spcPts val="0"/>
              </a:spcBef>
              <a:spcAft>
                <a:spcPts val="0"/>
              </a:spcAft>
              <a:buNone/>
            </a:pPr>
            <a:endParaRPr>
              <a:solidFill>
                <a:schemeClr val="dk1"/>
              </a:solidFill>
            </a:endParaRPr>
          </a:p>
        </p:txBody>
      </p:sp>
      <p:sp>
        <p:nvSpPr>
          <p:cNvPr id="2051" name="Google Shape;2051;p53"/>
          <p:cNvSpPr txBox="1">
            <a:spLocks noGrp="1"/>
          </p:cNvSpPr>
          <p:nvPr>
            <p:ph type="subTitle" idx="5"/>
          </p:nvPr>
        </p:nvSpPr>
        <p:spPr>
          <a:xfrm>
            <a:off x="3280832" y="3003575"/>
            <a:ext cx="3122100" cy="57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Resume preprocessing</a:t>
            </a:r>
            <a:endParaRPr/>
          </a:p>
        </p:txBody>
      </p:sp>
      <p:sp>
        <p:nvSpPr>
          <p:cNvPr id="2052" name="Google Shape;2052;p53"/>
          <p:cNvSpPr txBox="1">
            <a:spLocks noGrp="1"/>
          </p:cNvSpPr>
          <p:nvPr>
            <p:ph type="subTitle" idx="6"/>
          </p:nvPr>
        </p:nvSpPr>
        <p:spPr>
          <a:xfrm>
            <a:off x="3282700" y="3515144"/>
            <a:ext cx="4614000" cy="7110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a:solidFill>
                <a:schemeClr val="dk1"/>
              </a:solidFill>
            </a:endParaRPr>
          </a:p>
          <a:p>
            <a:pPr marL="457200" marR="0" lvl="0" indent="-317500" algn="l" rtl="0">
              <a:lnSpc>
                <a:spcPct val="100000"/>
              </a:lnSpc>
              <a:spcBef>
                <a:spcPts val="0"/>
              </a:spcBef>
              <a:spcAft>
                <a:spcPts val="0"/>
              </a:spcAft>
              <a:buSzPts val="1400"/>
              <a:buChar char="●"/>
            </a:pPr>
            <a:r>
              <a:rPr lang="en">
                <a:solidFill>
                  <a:schemeClr val="dk1"/>
                </a:solidFill>
              </a:rPr>
              <a:t>Text extraction using pdfplumber</a:t>
            </a:r>
            <a:endParaRPr>
              <a:solidFill>
                <a:schemeClr val="dk1"/>
              </a:solidFill>
            </a:endParaRPr>
          </a:p>
          <a:p>
            <a:pPr marL="457200" marR="0" lvl="0" indent="-317500" algn="l" rtl="0">
              <a:lnSpc>
                <a:spcPct val="100000"/>
              </a:lnSpc>
              <a:spcBef>
                <a:spcPts val="0"/>
              </a:spcBef>
              <a:spcAft>
                <a:spcPts val="0"/>
              </a:spcAft>
              <a:buSzPts val="1400"/>
              <a:buChar char="●"/>
            </a:pPr>
            <a:r>
              <a:rPr lang="en">
                <a:solidFill>
                  <a:schemeClr val="dk1"/>
                </a:solidFill>
              </a:rPr>
              <a:t>Rule-based section detection (Skills / Experience / Education)</a:t>
            </a:r>
            <a:endParaRPr>
              <a:solidFill>
                <a:schemeClr val="dk1"/>
              </a:solidFill>
            </a:endParaRPr>
          </a:p>
          <a:p>
            <a:pPr marL="457200" marR="0" lvl="0" indent="0" algn="l" rtl="0">
              <a:lnSpc>
                <a:spcPct val="100000"/>
              </a:lnSpc>
              <a:spcBef>
                <a:spcPts val="0"/>
              </a:spcBef>
              <a:spcAft>
                <a:spcPts val="0"/>
              </a:spcAft>
              <a:buNone/>
            </a:pPr>
            <a:endParaRPr>
              <a:solidFill>
                <a:schemeClr val="dk1"/>
              </a:solidFill>
            </a:endParaRPr>
          </a:p>
        </p:txBody>
      </p:sp>
      <p:cxnSp>
        <p:nvCxnSpPr>
          <p:cNvPr id="2053" name="Google Shape;2053;p53"/>
          <p:cNvCxnSpPr/>
          <p:nvPr/>
        </p:nvCxnSpPr>
        <p:spPr>
          <a:xfrm>
            <a:off x="3283675" y="1640350"/>
            <a:ext cx="4339200" cy="0"/>
          </a:xfrm>
          <a:prstGeom prst="straightConnector1">
            <a:avLst/>
          </a:prstGeom>
          <a:noFill/>
          <a:ln w="19050" cap="flat" cmpd="sng">
            <a:solidFill>
              <a:schemeClr val="dk2"/>
            </a:solidFill>
            <a:prstDash val="solid"/>
            <a:round/>
            <a:headEnd type="none" w="med" len="med"/>
            <a:tailEnd type="none" w="med" len="med"/>
          </a:ln>
        </p:spPr>
      </p:cxnSp>
      <p:cxnSp>
        <p:nvCxnSpPr>
          <p:cNvPr id="2054" name="Google Shape;2054;p53"/>
          <p:cNvCxnSpPr/>
          <p:nvPr/>
        </p:nvCxnSpPr>
        <p:spPr>
          <a:xfrm>
            <a:off x="3283675" y="3601175"/>
            <a:ext cx="4339200" cy="0"/>
          </a:xfrm>
          <a:prstGeom prst="straightConnector1">
            <a:avLst/>
          </a:prstGeom>
          <a:noFill/>
          <a:ln w="19050" cap="flat" cmpd="sng">
            <a:solidFill>
              <a:schemeClr val="dk2"/>
            </a:solidFill>
            <a:prstDash val="solid"/>
            <a:round/>
            <a:headEnd type="none" w="med" len="med"/>
            <a:tailEnd type="none" w="med" len="med"/>
          </a:ln>
        </p:spPr>
      </p:cxnSp>
      <p:grpSp>
        <p:nvGrpSpPr>
          <p:cNvPr id="2055" name="Google Shape;2055;p53"/>
          <p:cNvGrpSpPr/>
          <p:nvPr/>
        </p:nvGrpSpPr>
        <p:grpSpPr>
          <a:xfrm>
            <a:off x="1848031" y="3791214"/>
            <a:ext cx="338321" cy="338321"/>
            <a:chOff x="3963575" y="2317575"/>
            <a:chExt cx="296175" cy="296175"/>
          </a:xfrm>
        </p:grpSpPr>
        <p:sp>
          <p:nvSpPr>
            <p:cNvPr id="2056" name="Google Shape;2056;p53"/>
            <p:cNvSpPr/>
            <p:nvPr/>
          </p:nvSpPr>
          <p:spPr>
            <a:xfrm>
              <a:off x="3963575" y="2317575"/>
              <a:ext cx="296175" cy="296175"/>
            </a:xfrm>
            <a:custGeom>
              <a:avLst/>
              <a:gdLst/>
              <a:ahLst/>
              <a:cxnLst/>
              <a:rect l="l" t="t" r="r" b="b"/>
              <a:pathLst>
                <a:path w="11847" h="11847" extrusionOk="0">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53"/>
            <p:cNvSpPr/>
            <p:nvPr/>
          </p:nvSpPr>
          <p:spPr>
            <a:xfrm>
              <a:off x="4190400" y="2526300"/>
              <a:ext cx="34700" cy="35450"/>
            </a:xfrm>
            <a:custGeom>
              <a:avLst/>
              <a:gdLst/>
              <a:ahLst/>
              <a:cxnLst/>
              <a:rect l="l" t="t" r="r" b="b"/>
              <a:pathLst>
                <a:path w="1388" h="1418" extrusionOk="0">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3"/>
            <p:cNvSpPr/>
            <p:nvPr/>
          </p:nvSpPr>
          <p:spPr>
            <a:xfrm>
              <a:off x="3998225"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3"/>
            <p:cNvSpPr/>
            <p:nvPr/>
          </p:nvSpPr>
          <p:spPr>
            <a:xfrm>
              <a:off x="4050225" y="24215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53"/>
            <p:cNvSpPr/>
            <p:nvPr/>
          </p:nvSpPr>
          <p:spPr>
            <a:xfrm>
              <a:off x="4102200" y="24215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53"/>
            <p:cNvSpPr/>
            <p:nvPr/>
          </p:nvSpPr>
          <p:spPr>
            <a:xfrm>
              <a:off x="4155750"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53"/>
            <p:cNvSpPr/>
            <p:nvPr/>
          </p:nvSpPr>
          <p:spPr>
            <a:xfrm>
              <a:off x="3998225"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53"/>
            <p:cNvSpPr/>
            <p:nvPr/>
          </p:nvSpPr>
          <p:spPr>
            <a:xfrm>
              <a:off x="4050225" y="2456975"/>
              <a:ext cx="35450" cy="18150"/>
            </a:xfrm>
            <a:custGeom>
              <a:avLst/>
              <a:gdLst/>
              <a:ahLst/>
              <a:cxnLst/>
              <a:rect l="l" t="t" r="r" b="b"/>
              <a:pathLst>
                <a:path w="1418" h="726" extrusionOk="0">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53"/>
            <p:cNvSpPr/>
            <p:nvPr/>
          </p:nvSpPr>
          <p:spPr>
            <a:xfrm>
              <a:off x="4102200" y="2456975"/>
              <a:ext cx="35475" cy="18150"/>
            </a:xfrm>
            <a:custGeom>
              <a:avLst/>
              <a:gdLst/>
              <a:ahLst/>
              <a:cxnLst/>
              <a:rect l="l" t="t" r="r" b="b"/>
              <a:pathLst>
                <a:path w="1419" h="726" extrusionOk="0">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53"/>
            <p:cNvSpPr/>
            <p:nvPr/>
          </p:nvSpPr>
          <p:spPr>
            <a:xfrm>
              <a:off x="4155750"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53"/>
            <p:cNvSpPr/>
            <p:nvPr/>
          </p:nvSpPr>
          <p:spPr>
            <a:xfrm>
              <a:off x="3998225" y="24916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53"/>
            <p:cNvSpPr/>
            <p:nvPr/>
          </p:nvSpPr>
          <p:spPr>
            <a:xfrm>
              <a:off x="4050225" y="24916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53"/>
            <p:cNvSpPr/>
            <p:nvPr/>
          </p:nvSpPr>
          <p:spPr>
            <a:xfrm>
              <a:off x="4102200" y="24916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53"/>
            <p:cNvSpPr/>
            <p:nvPr/>
          </p:nvSpPr>
          <p:spPr>
            <a:xfrm>
              <a:off x="3998225" y="2526300"/>
              <a:ext cx="35475" cy="18125"/>
            </a:xfrm>
            <a:custGeom>
              <a:avLst/>
              <a:gdLst/>
              <a:ahLst/>
              <a:cxnLst/>
              <a:rect l="l" t="t" r="r" b="b"/>
              <a:pathLst>
                <a:path w="1419" h="725" extrusionOk="0">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53"/>
            <p:cNvSpPr/>
            <p:nvPr/>
          </p:nvSpPr>
          <p:spPr>
            <a:xfrm>
              <a:off x="4050225" y="2526300"/>
              <a:ext cx="35450" cy="18125"/>
            </a:xfrm>
            <a:custGeom>
              <a:avLst/>
              <a:gdLst/>
              <a:ahLst/>
              <a:cxnLst/>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53"/>
            <p:cNvSpPr/>
            <p:nvPr/>
          </p:nvSpPr>
          <p:spPr>
            <a:xfrm>
              <a:off x="4102200" y="2526300"/>
              <a:ext cx="35475" cy="18125"/>
            </a:xfrm>
            <a:custGeom>
              <a:avLst/>
              <a:gdLst/>
              <a:ahLst/>
              <a:cxnLst/>
              <a:rect l="l" t="t" r="r" b="b"/>
              <a:pathLst>
                <a:path w="1419" h="725" extrusionOk="0">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5"/>
        <p:cNvGrpSpPr/>
        <p:nvPr/>
      </p:nvGrpSpPr>
      <p:grpSpPr>
        <a:xfrm>
          <a:off x="0" y="0"/>
          <a:ext cx="0" cy="0"/>
          <a:chOff x="0" y="0"/>
          <a:chExt cx="0" cy="0"/>
        </a:xfrm>
      </p:grpSpPr>
      <p:sp>
        <p:nvSpPr>
          <p:cNvPr id="2076" name="Google Shape;2076;p54"/>
          <p:cNvSpPr txBox="1">
            <a:spLocks noGrp="1"/>
          </p:cNvSpPr>
          <p:nvPr>
            <p:ph type="ctrTitle" idx="9"/>
          </p:nvPr>
        </p:nvSpPr>
        <p:spPr>
          <a:xfrm flipH="1">
            <a:off x="770700" y="468450"/>
            <a:ext cx="3801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Frontend Overview</a:t>
            </a:r>
            <a:endParaRPr/>
          </a:p>
        </p:txBody>
      </p:sp>
      <p:cxnSp>
        <p:nvCxnSpPr>
          <p:cNvPr id="2077" name="Google Shape;2077;p54"/>
          <p:cNvCxnSpPr/>
          <p:nvPr/>
        </p:nvCxnSpPr>
        <p:spPr>
          <a:xfrm>
            <a:off x="3749169" y="1717410"/>
            <a:ext cx="1930500" cy="0"/>
          </a:xfrm>
          <a:prstGeom prst="straightConnector1">
            <a:avLst/>
          </a:prstGeom>
          <a:noFill/>
          <a:ln w="19050" cap="flat" cmpd="sng">
            <a:solidFill>
              <a:schemeClr val="dk2"/>
            </a:solidFill>
            <a:prstDash val="solid"/>
            <a:round/>
            <a:headEnd type="none" w="med" len="med"/>
            <a:tailEnd type="none" w="med" len="med"/>
          </a:ln>
        </p:spPr>
      </p:cxnSp>
      <p:cxnSp>
        <p:nvCxnSpPr>
          <p:cNvPr id="2078" name="Google Shape;2078;p54"/>
          <p:cNvCxnSpPr/>
          <p:nvPr/>
        </p:nvCxnSpPr>
        <p:spPr>
          <a:xfrm>
            <a:off x="668262" y="1717410"/>
            <a:ext cx="1930500" cy="0"/>
          </a:xfrm>
          <a:prstGeom prst="straightConnector1">
            <a:avLst/>
          </a:prstGeom>
          <a:noFill/>
          <a:ln w="19050" cap="flat" cmpd="sng">
            <a:solidFill>
              <a:schemeClr val="dk2"/>
            </a:solidFill>
            <a:prstDash val="solid"/>
            <a:round/>
            <a:headEnd type="none" w="med" len="med"/>
            <a:tailEnd type="none" w="med" len="med"/>
          </a:ln>
        </p:spPr>
      </p:cxnSp>
      <p:cxnSp>
        <p:nvCxnSpPr>
          <p:cNvPr id="2079" name="Google Shape;2079;p54"/>
          <p:cNvCxnSpPr/>
          <p:nvPr/>
        </p:nvCxnSpPr>
        <p:spPr>
          <a:xfrm>
            <a:off x="6509833" y="1717410"/>
            <a:ext cx="1930500" cy="0"/>
          </a:xfrm>
          <a:prstGeom prst="straightConnector1">
            <a:avLst/>
          </a:prstGeom>
          <a:noFill/>
          <a:ln w="19050" cap="flat" cmpd="sng">
            <a:solidFill>
              <a:schemeClr val="dk2"/>
            </a:solidFill>
            <a:prstDash val="solid"/>
            <a:round/>
            <a:headEnd type="none" w="med" len="med"/>
            <a:tailEnd type="none" w="med" len="med"/>
          </a:ln>
        </p:spPr>
      </p:cxnSp>
      <p:sp>
        <p:nvSpPr>
          <p:cNvPr id="2080" name="Google Shape;2080;p54"/>
          <p:cNvSpPr txBox="1">
            <a:spLocks noGrp="1"/>
          </p:cNvSpPr>
          <p:nvPr>
            <p:ph type="subTitle" idx="1"/>
          </p:nvPr>
        </p:nvSpPr>
        <p:spPr>
          <a:xfrm>
            <a:off x="231256" y="1371062"/>
            <a:ext cx="2739600" cy="37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User Interaction</a:t>
            </a:r>
            <a:endParaRPr/>
          </a:p>
        </p:txBody>
      </p:sp>
      <p:sp>
        <p:nvSpPr>
          <p:cNvPr id="2081" name="Google Shape;2081;p54"/>
          <p:cNvSpPr txBox="1">
            <a:spLocks noGrp="1"/>
          </p:cNvSpPr>
          <p:nvPr>
            <p:ph type="subTitle" idx="2"/>
          </p:nvPr>
        </p:nvSpPr>
        <p:spPr>
          <a:xfrm>
            <a:off x="-114979" y="1867663"/>
            <a:ext cx="3801300" cy="2917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Upload resumes (PDF / DOCX)</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Filters: state /experience</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View Top-10 recommended jobs with similarity scores</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Inspect score, matched skills and job summaries</a:t>
            </a:r>
            <a:endParaRPr/>
          </a:p>
          <a:p>
            <a:pPr marL="457200" lvl="0" indent="0" algn="l" rtl="0">
              <a:spcBef>
                <a:spcPts val="0"/>
              </a:spcBef>
              <a:spcAft>
                <a:spcPts val="0"/>
              </a:spcAft>
              <a:buNone/>
            </a:pPr>
            <a:endParaRPr/>
          </a:p>
          <a:p>
            <a:pPr marL="457200" lvl="0" indent="-317500" algn="l" rtl="0">
              <a:spcBef>
                <a:spcPts val="0"/>
              </a:spcBef>
              <a:spcAft>
                <a:spcPts val="0"/>
              </a:spcAft>
              <a:buSzPts val="1400"/>
              <a:buChar char="●"/>
            </a:pPr>
            <a:r>
              <a:rPr lang="en"/>
              <a:t>Apply by an external application link</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082" name="Google Shape;2082;p54"/>
          <p:cNvSpPr txBox="1">
            <a:spLocks noGrp="1"/>
          </p:cNvSpPr>
          <p:nvPr>
            <p:ph type="subTitle" idx="3"/>
          </p:nvPr>
        </p:nvSpPr>
        <p:spPr>
          <a:xfrm>
            <a:off x="3625140" y="1264331"/>
            <a:ext cx="1929300" cy="47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Tech Stack</a:t>
            </a:r>
            <a:endParaRPr/>
          </a:p>
        </p:txBody>
      </p:sp>
      <p:sp>
        <p:nvSpPr>
          <p:cNvPr id="2083" name="Google Shape;2083;p54"/>
          <p:cNvSpPr txBox="1">
            <a:spLocks noGrp="1"/>
          </p:cNvSpPr>
          <p:nvPr>
            <p:ph type="subTitle" idx="5"/>
          </p:nvPr>
        </p:nvSpPr>
        <p:spPr>
          <a:xfrm>
            <a:off x="3255550" y="1867663"/>
            <a:ext cx="2881800" cy="2455200"/>
          </a:xfrm>
          <a:prstGeom prst="rect">
            <a:avLst/>
          </a:prstGeom>
        </p:spPr>
        <p:txBody>
          <a:bodyPr spcFirstLastPara="1" wrap="square" lIns="91425" tIns="91425" rIns="91425" bIns="91425" anchor="t" anchorCtr="0">
            <a:noAutofit/>
          </a:bodyPr>
          <a:lstStyle/>
          <a:p>
            <a:pPr marL="457200" marR="0" lvl="0" indent="-317500" algn="l" rtl="0">
              <a:lnSpc>
                <a:spcPct val="100000"/>
              </a:lnSpc>
              <a:spcBef>
                <a:spcPts val="0"/>
              </a:spcBef>
              <a:spcAft>
                <a:spcPts val="0"/>
              </a:spcAft>
              <a:buSzPts val="1400"/>
              <a:buChar char="●"/>
            </a:pPr>
            <a:r>
              <a:rPr lang="en"/>
              <a:t>React + TypeScript + Vite for a lightweight, fast development experience</a:t>
            </a:r>
            <a:endParaRPr/>
          </a:p>
          <a:p>
            <a:pPr marL="0" marR="0" lvl="0" indent="0" algn="l" rtl="0">
              <a:lnSpc>
                <a:spcPct val="100000"/>
              </a:lnSpc>
              <a:spcBef>
                <a:spcPts val="0"/>
              </a:spcBef>
              <a:spcAft>
                <a:spcPts val="0"/>
              </a:spcAft>
              <a:buNone/>
            </a:pPr>
            <a:endParaRPr/>
          </a:p>
          <a:p>
            <a:pPr marL="457200" marR="0" lvl="0" indent="-317500" algn="l" rtl="0">
              <a:lnSpc>
                <a:spcPct val="100000"/>
              </a:lnSpc>
              <a:spcBef>
                <a:spcPts val="0"/>
              </a:spcBef>
              <a:spcAft>
                <a:spcPts val="0"/>
              </a:spcAft>
              <a:buSzPts val="1400"/>
              <a:buChar char="●"/>
            </a:pPr>
            <a:r>
              <a:rPr lang="en"/>
              <a:t>Component-based UI for clean structure</a:t>
            </a:r>
            <a:endParaRPr/>
          </a:p>
          <a:p>
            <a:pPr marL="0" marR="0" lvl="0" indent="0" algn="l" rtl="0">
              <a:lnSpc>
                <a:spcPct val="100000"/>
              </a:lnSpc>
              <a:spcBef>
                <a:spcPts val="0"/>
              </a:spcBef>
              <a:spcAft>
                <a:spcPts val="0"/>
              </a:spcAft>
              <a:buNone/>
            </a:pPr>
            <a:endParaRPr/>
          </a:p>
          <a:p>
            <a:pPr marL="457200" marR="0" lvl="0" indent="-317500" algn="l" rtl="0">
              <a:lnSpc>
                <a:spcPct val="100000"/>
              </a:lnSpc>
              <a:spcBef>
                <a:spcPts val="0"/>
              </a:spcBef>
              <a:spcAft>
                <a:spcPts val="0"/>
              </a:spcAft>
              <a:buSzPts val="1400"/>
              <a:buChar char="●"/>
            </a:pPr>
            <a:r>
              <a:rPr lang="en"/>
              <a:t>Centralized apiClient and REST API integration</a:t>
            </a:r>
            <a:endParaRPr/>
          </a:p>
          <a:p>
            <a:pPr marL="0" marR="0" lvl="0" indent="0" algn="l" rtl="0">
              <a:lnSpc>
                <a:spcPct val="100000"/>
              </a:lnSpc>
              <a:spcBef>
                <a:spcPts val="0"/>
              </a:spcBef>
              <a:spcAft>
                <a:spcPts val="0"/>
              </a:spcAft>
              <a:buNone/>
            </a:pPr>
            <a:endParaRPr/>
          </a:p>
          <a:p>
            <a:pPr marL="457200" marR="0" lvl="0" indent="-317500" algn="l" rtl="0">
              <a:lnSpc>
                <a:spcPct val="100000"/>
              </a:lnSpc>
              <a:spcBef>
                <a:spcPts val="0"/>
              </a:spcBef>
              <a:spcAft>
                <a:spcPts val="0"/>
              </a:spcAft>
              <a:buSzPts val="1400"/>
              <a:buChar char="●"/>
            </a:pPr>
            <a:r>
              <a:rPr lang="en"/>
              <a:t>Fully deployed inside Hugging Face Spaces (through Docker)</a:t>
            </a:r>
            <a:endParaRPr/>
          </a:p>
        </p:txBody>
      </p:sp>
      <p:sp>
        <p:nvSpPr>
          <p:cNvPr id="2084" name="Google Shape;2084;p54"/>
          <p:cNvSpPr txBox="1">
            <a:spLocks noGrp="1"/>
          </p:cNvSpPr>
          <p:nvPr>
            <p:ph type="subTitle" idx="6"/>
          </p:nvPr>
        </p:nvSpPr>
        <p:spPr>
          <a:xfrm>
            <a:off x="6511158" y="1265943"/>
            <a:ext cx="1929300" cy="47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Role in the System</a:t>
            </a:r>
            <a:endParaRPr/>
          </a:p>
        </p:txBody>
      </p:sp>
      <p:sp>
        <p:nvSpPr>
          <p:cNvPr id="2085" name="Google Shape;2085;p54"/>
          <p:cNvSpPr txBox="1">
            <a:spLocks noGrp="1"/>
          </p:cNvSpPr>
          <p:nvPr>
            <p:ph type="subTitle" idx="8"/>
          </p:nvPr>
        </p:nvSpPr>
        <p:spPr>
          <a:xfrm>
            <a:off x="6102075" y="1867675"/>
            <a:ext cx="3042000" cy="38073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All user interactions</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Collects, validates inputs and send requests to backend</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Rendering parsed text and job recommendations</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Presentation layer for ML pipeline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9"/>
        <p:cNvGrpSpPr/>
        <p:nvPr/>
      </p:nvGrpSpPr>
      <p:grpSpPr>
        <a:xfrm>
          <a:off x="0" y="0"/>
          <a:ext cx="0" cy="0"/>
          <a:chOff x="0" y="0"/>
          <a:chExt cx="0" cy="0"/>
        </a:xfrm>
      </p:grpSpPr>
      <p:sp>
        <p:nvSpPr>
          <p:cNvPr id="2090" name="Google Shape;2090;p55"/>
          <p:cNvSpPr txBox="1">
            <a:spLocks noGrp="1"/>
          </p:cNvSpPr>
          <p:nvPr>
            <p:ph type="ctrTitle" idx="9"/>
          </p:nvPr>
        </p:nvSpPr>
        <p:spPr>
          <a:xfrm flipH="1">
            <a:off x="770700" y="468450"/>
            <a:ext cx="3801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Backend Overview</a:t>
            </a:r>
            <a:endParaRPr/>
          </a:p>
        </p:txBody>
      </p:sp>
      <p:cxnSp>
        <p:nvCxnSpPr>
          <p:cNvPr id="2091" name="Google Shape;2091;p55"/>
          <p:cNvCxnSpPr/>
          <p:nvPr/>
        </p:nvCxnSpPr>
        <p:spPr>
          <a:xfrm>
            <a:off x="3749169" y="1717410"/>
            <a:ext cx="1930500" cy="0"/>
          </a:xfrm>
          <a:prstGeom prst="straightConnector1">
            <a:avLst/>
          </a:prstGeom>
          <a:noFill/>
          <a:ln w="19050" cap="flat" cmpd="sng">
            <a:solidFill>
              <a:schemeClr val="dk2"/>
            </a:solidFill>
            <a:prstDash val="solid"/>
            <a:round/>
            <a:headEnd type="none" w="med" len="med"/>
            <a:tailEnd type="none" w="med" len="med"/>
          </a:ln>
        </p:spPr>
      </p:cxnSp>
      <p:cxnSp>
        <p:nvCxnSpPr>
          <p:cNvPr id="2092" name="Google Shape;2092;p55"/>
          <p:cNvCxnSpPr/>
          <p:nvPr/>
        </p:nvCxnSpPr>
        <p:spPr>
          <a:xfrm>
            <a:off x="668262" y="1717410"/>
            <a:ext cx="1930500" cy="0"/>
          </a:xfrm>
          <a:prstGeom prst="straightConnector1">
            <a:avLst/>
          </a:prstGeom>
          <a:noFill/>
          <a:ln w="19050" cap="flat" cmpd="sng">
            <a:solidFill>
              <a:schemeClr val="dk2"/>
            </a:solidFill>
            <a:prstDash val="solid"/>
            <a:round/>
            <a:headEnd type="none" w="med" len="med"/>
            <a:tailEnd type="none" w="med" len="med"/>
          </a:ln>
        </p:spPr>
      </p:cxnSp>
      <p:cxnSp>
        <p:nvCxnSpPr>
          <p:cNvPr id="2093" name="Google Shape;2093;p55"/>
          <p:cNvCxnSpPr/>
          <p:nvPr/>
        </p:nvCxnSpPr>
        <p:spPr>
          <a:xfrm>
            <a:off x="6509833" y="1717410"/>
            <a:ext cx="1930500" cy="0"/>
          </a:xfrm>
          <a:prstGeom prst="straightConnector1">
            <a:avLst/>
          </a:prstGeom>
          <a:noFill/>
          <a:ln w="19050" cap="flat" cmpd="sng">
            <a:solidFill>
              <a:schemeClr val="dk2"/>
            </a:solidFill>
            <a:prstDash val="solid"/>
            <a:round/>
            <a:headEnd type="none" w="med" len="med"/>
            <a:tailEnd type="none" w="med" len="med"/>
          </a:ln>
        </p:spPr>
      </p:cxnSp>
      <p:sp>
        <p:nvSpPr>
          <p:cNvPr id="2094" name="Google Shape;2094;p55"/>
          <p:cNvSpPr txBox="1">
            <a:spLocks noGrp="1"/>
          </p:cNvSpPr>
          <p:nvPr>
            <p:ph type="subTitle" idx="1"/>
          </p:nvPr>
        </p:nvSpPr>
        <p:spPr>
          <a:xfrm>
            <a:off x="231256" y="1371062"/>
            <a:ext cx="2739600" cy="37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Core Responsibilities</a:t>
            </a:r>
            <a:endParaRPr/>
          </a:p>
        </p:txBody>
      </p:sp>
      <p:sp>
        <p:nvSpPr>
          <p:cNvPr id="2095" name="Google Shape;2095;p55"/>
          <p:cNvSpPr txBox="1">
            <a:spLocks noGrp="1"/>
          </p:cNvSpPr>
          <p:nvPr>
            <p:ph type="subTitle" idx="2"/>
          </p:nvPr>
        </p:nvSpPr>
        <p:spPr>
          <a:xfrm>
            <a:off x="-91350" y="1867675"/>
            <a:ext cx="3449700" cy="2917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Parse PDF/DOCX resumes</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Extract structured fields: Summary / Skills / Experience</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Fetch real-time jobs via RapidAPI JSearch</a:t>
            </a:r>
            <a:endParaRPr/>
          </a:p>
          <a:p>
            <a:pPr marL="457200" lvl="0" indent="0" algn="l" rtl="0">
              <a:spcBef>
                <a:spcPts val="0"/>
              </a:spcBef>
              <a:spcAft>
                <a:spcPts val="0"/>
              </a:spcAft>
              <a:buNone/>
            </a:pPr>
            <a:endParaRPr/>
          </a:p>
          <a:p>
            <a:pPr marL="457200" lvl="0" indent="-317500" algn="l" rtl="0">
              <a:spcBef>
                <a:spcPts val="0"/>
              </a:spcBef>
              <a:spcAft>
                <a:spcPts val="0"/>
              </a:spcAft>
              <a:buSzPts val="1400"/>
              <a:buChar char="●"/>
            </a:pPr>
            <a:r>
              <a:rPr lang="en"/>
              <a:t>Apply ML Model</a:t>
            </a:r>
            <a:endParaRPr/>
          </a:p>
          <a:p>
            <a:pPr marL="457200" lvl="0" indent="0" algn="l" rtl="0">
              <a:spcBef>
                <a:spcPts val="0"/>
              </a:spcBef>
              <a:spcAft>
                <a:spcPts val="0"/>
              </a:spcAft>
              <a:buNone/>
            </a:pPr>
            <a:endParaRPr/>
          </a:p>
          <a:p>
            <a:pPr marL="457200" lvl="0" indent="-317500" algn="l" rtl="0">
              <a:spcBef>
                <a:spcPts val="0"/>
              </a:spcBef>
              <a:spcAft>
                <a:spcPts val="0"/>
              </a:spcAft>
              <a:buSzPts val="1400"/>
              <a:buChar char="●"/>
            </a:pPr>
            <a:r>
              <a:rPr lang="en"/>
              <a:t>Return Top-10 results</a:t>
            </a:r>
            <a:endParaRPr/>
          </a:p>
          <a:p>
            <a:pPr marL="457200" lvl="0" indent="0" algn="l" rtl="0">
              <a:spcBef>
                <a:spcPts val="0"/>
              </a:spcBef>
              <a:spcAft>
                <a:spcPts val="0"/>
              </a:spcAft>
              <a:buNone/>
            </a:pPr>
            <a:endParaRPr/>
          </a:p>
        </p:txBody>
      </p:sp>
      <p:sp>
        <p:nvSpPr>
          <p:cNvPr id="2096" name="Google Shape;2096;p55"/>
          <p:cNvSpPr txBox="1">
            <a:spLocks noGrp="1"/>
          </p:cNvSpPr>
          <p:nvPr>
            <p:ph type="subTitle" idx="3"/>
          </p:nvPr>
        </p:nvSpPr>
        <p:spPr>
          <a:xfrm>
            <a:off x="3625140" y="1264331"/>
            <a:ext cx="1929300" cy="47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Tech Stack</a:t>
            </a:r>
            <a:endParaRPr/>
          </a:p>
        </p:txBody>
      </p:sp>
      <p:sp>
        <p:nvSpPr>
          <p:cNvPr id="2097" name="Google Shape;2097;p55"/>
          <p:cNvSpPr txBox="1">
            <a:spLocks noGrp="1"/>
          </p:cNvSpPr>
          <p:nvPr>
            <p:ph type="subTitle" idx="5"/>
          </p:nvPr>
        </p:nvSpPr>
        <p:spPr>
          <a:xfrm>
            <a:off x="3273525" y="1867663"/>
            <a:ext cx="2881800" cy="24552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FastAPI for lightweight, high-speed API service</a:t>
            </a:r>
            <a:endParaRPr/>
          </a:p>
          <a:p>
            <a:pPr marL="457200" lvl="0" indent="0" algn="l" rtl="0">
              <a:spcBef>
                <a:spcPts val="0"/>
              </a:spcBef>
              <a:spcAft>
                <a:spcPts val="0"/>
              </a:spcAft>
              <a:buNone/>
            </a:pPr>
            <a:endParaRPr/>
          </a:p>
          <a:p>
            <a:pPr marL="457200" lvl="0" indent="-317500" algn="l" rtl="0">
              <a:spcBef>
                <a:spcPts val="0"/>
              </a:spcBef>
              <a:spcAft>
                <a:spcPts val="0"/>
              </a:spcAft>
              <a:buSzPts val="1400"/>
              <a:buChar char="●"/>
            </a:pPr>
            <a:r>
              <a:rPr lang="en"/>
              <a:t>Pdfplumber / python-docx parsers</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JSearch API integration</a:t>
            </a:r>
            <a:endParaRPr/>
          </a:p>
          <a:p>
            <a:pPr marL="457200" lvl="0" indent="0" algn="l" rtl="0">
              <a:spcBef>
                <a:spcPts val="0"/>
              </a:spcBef>
              <a:spcAft>
                <a:spcPts val="0"/>
              </a:spcAft>
              <a:buNone/>
            </a:pPr>
            <a:endParaRPr/>
          </a:p>
          <a:p>
            <a:pPr marL="457200" lvl="0" indent="-317500" algn="l" rtl="0">
              <a:spcBef>
                <a:spcPts val="0"/>
              </a:spcBef>
              <a:spcAft>
                <a:spcPts val="0"/>
              </a:spcAft>
              <a:buSzPts val="1400"/>
              <a:buChar char="●"/>
            </a:pPr>
            <a:r>
              <a:rPr lang="en"/>
              <a:t>Local cache (cache.json)</a:t>
            </a:r>
            <a:endParaRPr/>
          </a:p>
          <a:p>
            <a:pPr marL="457200" marR="0" lvl="0" indent="0" algn="l" rtl="0">
              <a:lnSpc>
                <a:spcPct val="100000"/>
              </a:lnSpc>
              <a:spcBef>
                <a:spcPts val="0"/>
              </a:spcBef>
              <a:spcAft>
                <a:spcPts val="0"/>
              </a:spcAft>
              <a:buNone/>
            </a:pPr>
            <a:endParaRPr/>
          </a:p>
        </p:txBody>
      </p:sp>
      <p:sp>
        <p:nvSpPr>
          <p:cNvPr id="2098" name="Google Shape;2098;p55"/>
          <p:cNvSpPr txBox="1">
            <a:spLocks noGrp="1"/>
          </p:cNvSpPr>
          <p:nvPr>
            <p:ph type="subTitle" idx="6"/>
          </p:nvPr>
        </p:nvSpPr>
        <p:spPr>
          <a:xfrm>
            <a:off x="6511158" y="1265943"/>
            <a:ext cx="1929300" cy="47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Role in the System</a:t>
            </a:r>
            <a:endParaRPr/>
          </a:p>
        </p:txBody>
      </p:sp>
      <p:sp>
        <p:nvSpPr>
          <p:cNvPr id="2099" name="Google Shape;2099;p55"/>
          <p:cNvSpPr txBox="1">
            <a:spLocks noGrp="1"/>
          </p:cNvSpPr>
          <p:nvPr>
            <p:ph type="subTitle" idx="8"/>
          </p:nvPr>
        </p:nvSpPr>
        <p:spPr>
          <a:xfrm>
            <a:off x="6102075" y="1867675"/>
            <a:ext cx="3042000" cy="38073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Connects frontend inputs to recommendation engine</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Coordinates parsing, job retrieval, and scoring</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Supports personalized job recommendations</a:t>
            </a:r>
            <a:endParaRPr/>
          </a:p>
          <a:p>
            <a:pPr marL="45720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03"/>
        <p:cNvGrpSpPr/>
        <p:nvPr/>
      </p:nvGrpSpPr>
      <p:grpSpPr>
        <a:xfrm>
          <a:off x="0" y="0"/>
          <a:ext cx="0" cy="0"/>
          <a:chOff x="0" y="0"/>
          <a:chExt cx="0" cy="0"/>
        </a:xfrm>
      </p:grpSpPr>
      <p:sp>
        <p:nvSpPr>
          <p:cNvPr id="2104" name="Google Shape;2104;p56"/>
          <p:cNvSpPr txBox="1">
            <a:spLocks noGrp="1"/>
          </p:cNvSpPr>
          <p:nvPr>
            <p:ph type="ctrTitle" idx="9"/>
          </p:nvPr>
        </p:nvSpPr>
        <p:spPr>
          <a:xfrm flipH="1">
            <a:off x="820119" y="771243"/>
            <a:ext cx="7083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NLP Pipeline</a:t>
            </a:r>
            <a:endParaRPr/>
          </a:p>
          <a:p>
            <a:pPr marL="0" lvl="0" indent="0" algn="l" rtl="0">
              <a:spcBef>
                <a:spcPts val="0"/>
              </a:spcBef>
              <a:spcAft>
                <a:spcPts val="0"/>
              </a:spcAft>
              <a:buNone/>
            </a:pPr>
            <a:endParaRPr/>
          </a:p>
        </p:txBody>
      </p:sp>
      <p:pic>
        <p:nvPicPr>
          <p:cNvPr id="2105" name="Google Shape;2105;p56"/>
          <p:cNvPicPr preferRelativeResize="0"/>
          <p:nvPr/>
        </p:nvPicPr>
        <p:blipFill>
          <a:blip r:embed="rId3">
            <a:alphaModFix/>
          </a:blip>
          <a:stretch>
            <a:fillRect/>
          </a:stretch>
        </p:blipFill>
        <p:spPr>
          <a:xfrm>
            <a:off x="152400" y="1501443"/>
            <a:ext cx="8839204" cy="215369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9"/>
        <p:cNvGrpSpPr/>
        <p:nvPr/>
      </p:nvGrpSpPr>
      <p:grpSpPr>
        <a:xfrm>
          <a:off x="0" y="0"/>
          <a:ext cx="0" cy="0"/>
          <a:chOff x="0" y="0"/>
          <a:chExt cx="0" cy="0"/>
        </a:xfrm>
      </p:grpSpPr>
      <p:sp>
        <p:nvSpPr>
          <p:cNvPr id="2110" name="Google Shape;2110;p57"/>
          <p:cNvSpPr txBox="1">
            <a:spLocks noGrp="1"/>
          </p:cNvSpPr>
          <p:nvPr>
            <p:ph type="ctrTitle" idx="9"/>
          </p:nvPr>
        </p:nvSpPr>
        <p:spPr>
          <a:xfrm flipH="1">
            <a:off x="731169" y="418418"/>
            <a:ext cx="7083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Resume Parsing: How We Understand a Resume?</a:t>
            </a:r>
            <a:endParaRPr/>
          </a:p>
        </p:txBody>
      </p:sp>
      <p:sp>
        <p:nvSpPr>
          <p:cNvPr id="2111" name="Google Shape;2111;p57"/>
          <p:cNvSpPr txBox="1"/>
          <p:nvPr/>
        </p:nvSpPr>
        <p:spPr>
          <a:xfrm>
            <a:off x="220050" y="1120244"/>
            <a:ext cx="4131900" cy="3343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n" sz="2000">
                <a:solidFill>
                  <a:schemeClr val="dk1"/>
                </a:solidFill>
                <a:latin typeface="Barlow Condensed SemiBold"/>
                <a:ea typeface="Barlow Condensed SemiBold"/>
                <a:cs typeface="Barlow Condensed SemiBold"/>
                <a:sym typeface="Barlow Condensed SemiBold"/>
              </a:rPr>
              <a:t>Resume Section Splitting</a:t>
            </a:r>
            <a:endParaRPr sz="2000">
              <a:solidFill>
                <a:schemeClr val="dk1"/>
              </a:solidFill>
              <a:latin typeface="Barlow Condensed SemiBold"/>
              <a:ea typeface="Barlow Condensed SemiBold"/>
              <a:cs typeface="Barlow Condensed SemiBold"/>
              <a:sym typeface="Barlow Condensed SemiBold"/>
            </a:endParaRPr>
          </a:p>
          <a:p>
            <a:pPr marL="0" lvl="0" indent="0" algn="l" rtl="0">
              <a:lnSpc>
                <a:spcPct val="115000"/>
              </a:lnSpc>
              <a:spcBef>
                <a:spcPts val="1200"/>
              </a:spcBef>
              <a:spcAft>
                <a:spcPts val="0"/>
              </a:spcAft>
              <a:buNone/>
            </a:pPr>
            <a:r>
              <a:rPr lang="en" sz="900">
                <a:solidFill>
                  <a:schemeClr val="dk2"/>
                </a:solidFill>
                <a:latin typeface="Arvo"/>
                <a:ea typeface="Arvo"/>
                <a:cs typeface="Arvo"/>
                <a:sym typeface="Arvo"/>
              </a:rPr>
              <a:t>We automatically break a resume into meaningful sections:</a:t>
            </a:r>
            <a:endParaRPr sz="900">
              <a:solidFill>
                <a:schemeClr val="dk2"/>
              </a:solidFill>
              <a:latin typeface="Arvo"/>
              <a:ea typeface="Arvo"/>
              <a:cs typeface="Arvo"/>
              <a:sym typeface="Arvo"/>
            </a:endParaRPr>
          </a:p>
          <a:p>
            <a:pPr marL="457200" lvl="0" indent="-266700" algn="l" rtl="0">
              <a:lnSpc>
                <a:spcPct val="115000"/>
              </a:lnSpc>
              <a:spcBef>
                <a:spcPts val="1200"/>
              </a:spcBef>
              <a:spcAft>
                <a:spcPts val="0"/>
              </a:spcAft>
              <a:buSzPts val="600"/>
              <a:buChar char="●"/>
            </a:pPr>
            <a:r>
              <a:rPr lang="en" sz="900">
                <a:solidFill>
                  <a:schemeClr val="dk2"/>
                </a:solidFill>
                <a:latin typeface="Arvo"/>
                <a:ea typeface="Arvo"/>
                <a:cs typeface="Arvo"/>
                <a:sym typeface="Arvo"/>
              </a:rPr>
              <a:t>Skills</a:t>
            </a:r>
            <a:endParaRPr sz="900">
              <a:solidFill>
                <a:schemeClr val="dk2"/>
              </a:solidFill>
              <a:latin typeface="Arvo"/>
              <a:ea typeface="Arvo"/>
              <a:cs typeface="Arvo"/>
              <a:sym typeface="Arvo"/>
            </a:endParaRPr>
          </a:p>
          <a:p>
            <a:pPr marL="457200" lvl="0" indent="-266700" algn="l" rtl="0">
              <a:lnSpc>
                <a:spcPct val="115000"/>
              </a:lnSpc>
              <a:spcBef>
                <a:spcPts val="0"/>
              </a:spcBef>
              <a:spcAft>
                <a:spcPts val="0"/>
              </a:spcAft>
              <a:buSzPts val="600"/>
              <a:buChar char="●"/>
            </a:pPr>
            <a:r>
              <a:rPr lang="en" sz="900">
                <a:solidFill>
                  <a:schemeClr val="dk2"/>
                </a:solidFill>
                <a:latin typeface="Arvo"/>
                <a:ea typeface="Arvo"/>
                <a:cs typeface="Arvo"/>
                <a:sym typeface="Arvo"/>
              </a:rPr>
              <a:t>Experience / Work History</a:t>
            </a:r>
            <a:endParaRPr sz="900">
              <a:solidFill>
                <a:schemeClr val="dk2"/>
              </a:solidFill>
              <a:latin typeface="Arvo"/>
              <a:ea typeface="Arvo"/>
              <a:cs typeface="Arvo"/>
              <a:sym typeface="Arvo"/>
            </a:endParaRPr>
          </a:p>
          <a:p>
            <a:pPr marL="457200" lvl="0" indent="-266700" algn="l" rtl="0">
              <a:lnSpc>
                <a:spcPct val="115000"/>
              </a:lnSpc>
              <a:spcBef>
                <a:spcPts val="0"/>
              </a:spcBef>
              <a:spcAft>
                <a:spcPts val="0"/>
              </a:spcAft>
              <a:buSzPts val="600"/>
              <a:buChar char="●"/>
            </a:pPr>
            <a:r>
              <a:rPr lang="en" sz="900">
                <a:solidFill>
                  <a:schemeClr val="dk2"/>
                </a:solidFill>
                <a:latin typeface="Arvo"/>
                <a:ea typeface="Arvo"/>
                <a:cs typeface="Arvo"/>
                <a:sym typeface="Arvo"/>
              </a:rPr>
              <a:t>Projects</a:t>
            </a:r>
            <a:endParaRPr sz="900">
              <a:solidFill>
                <a:schemeClr val="dk2"/>
              </a:solidFill>
              <a:latin typeface="Arvo"/>
              <a:ea typeface="Arvo"/>
              <a:cs typeface="Arvo"/>
              <a:sym typeface="Arvo"/>
            </a:endParaRPr>
          </a:p>
          <a:p>
            <a:pPr marL="457200" lvl="0" indent="-266700" algn="l" rtl="0">
              <a:lnSpc>
                <a:spcPct val="115000"/>
              </a:lnSpc>
              <a:spcBef>
                <a:spcPts val="0"/>
              </a:spcBef>
              <a:spcAft>
                <a:spcPts val="0"/>
              </a:spcAft>
              <a:buSzPts val="600"/>
              <a:buChar char="●"/>
            </a:pPr>
            <a:r>
              <a:rPr lang="en" sz="900">
                <a:solidFill>
                  <a:schemeClr val="dk2"/>
                </a:solidFill>
                <a:latin typeface="Arvo"/>
                <a:ea typeface="Arvo"/>
                <a:cs typeface="Arvo"/>
                <a:sym typeface="Arvo"/>
              </a:rPr>
              <a:t>Education</a:t>
            </a:r>
            <a:endParaRPr sz="900">
              <a:solidFill>
                <a:schemeClr val="dk2"/>
              </a:solidFill>
              <a:latin typeface="Arvo"/>
              <a:ea typeface="Arvo"/>
              <a:cs typeface="Arvo"/>
              <a:sym typeface="Arvo"/>
            </a:endParaRPr>
          </a:p>
          <a:p>
            <a:pPr marL="457200" lvl="0" indent="-266700" algn="l" rtl="0">
              <a:lnSpc>
                <a:spcPct val="115000"/>
              </a:lnSpc>
              <a:spcBef>
                <a:spcPts val="0"/>
              </a:spcBef>
              <a:spcAft>
                <a:spcPts val="0"/>
              </a:spcAft>
              <a:buSzPts val="600"/>
              <a:buChar char="●"/>
            </a:pPr>
            <a:r>
              <a:rPr lang="en" sz="900">
                <a:solidFill>
                  <a:schemeClr val="dk2"/>
                </a:solidFill>
                <a:latin typeface="Arvo"/>
                <a:ea typeface="Arvo"/>
                <a:cs typeface="Arvo"/>
                <a:sym typeface="Arvo"/>
              </a:rPr>
              <a:t>Summary / Objective</a:t>
            </a:r>
            <a:endParaRPr sz="900">
              <a:solidFill>
                <a:schemeClr val="dk2"/>
              </a:solidFill>
              <a:latin typeface="Arvo"/>
              <a:ea typeface="Arvo"/>
              <a:cs typeface="Arvo"/>
              <a:sym typeface="Arvo"/>
            </a:endParaRPr>
          </a:p>
          <a:p>
            <a:pPr marL="0" lvl="0" indent="0" algn="l" rtl="0">
              <a:lnSpc>
                <a:spcPct val="115000"/>
              </a:lnSpc>
              <a:spcBef>
                <a:spcPts val="1200"/>
              </a:spcBef>
              <a:spcAft>
                <a:spcPts val="0"/>
              </a:spcAft>
              <a:buNone/>
            </a:pPr>
            <a:r>
              <a:rPr lang="en" sz="900">
                <a:solidFill>
                  <a:schemeClr val="dk2"/>
                </a:solidFill>
                <a:latin typeface="Arvo"/>
                <a:ea typeface="Arvo"/>
                <a:cs typeface="Arvo"/>
                <a:sym typeface="Arvo"/>
              </a:rPr>
              <a:t>The detection relies on:</a:t>
            </a:r>
            <a:endParaRPr sz="900">
              <a:solidFill>
                <a:schemeClr val="dk2"/>
              </a:solidFill>
              <a:latin typeface="Arvo"/>
              <a:ea typeface="Arvo"/>
              <a:cs typeface="Arvo"/>
              <a:sym typeface="Arvo"/>
            </a:endParaRPr>
          </a:p>
          <a:p>
            <a:pPr marL="457200" lvl="0" indent="-266700" algn="l" rtl="0">
              <a:lnSpc>
                <a:spcPct val="115000"/>
              </a:lnSpc>
              <a:spcBef>
                <a:spcPts val="1200"/>
              </a:spcBef>
              <a:spcAft>
                <a:spcPts val="0"/>
              </a:spcAft>
              <a:buSzPts val="600"/>
              <a:buChar char="●"/>
            </a:pPr>
            <a:r>
              <a:rPr lang="en" sz="900">
                <a:solidFill>
                  <a:schemeClr val="dk2"/>
                </a:solidFill>
                <a:latin typeface="Arvo"/>
                <a:ea typeface="Arvo"/>
                <a:cs typeface="Arvo"/>
                <a:sym typeface="Arvo"/>
              </a:rPr>
              <a:t>Uppercase section headers</a:t>
            </a:r>
            <a:endParaRPr sz="900">
              <a:solidFill>
                <a:schemeClr val="dk2"/>
              </a:solidFill>
              <a:latin typeface="Arvo"/>
              <a:ea typeface="Arvo"/>
              <a:cs typeface="Arvo"/>
              <a:sym typeface="Arvo"/>
            </a:endParaRPr>
          </a:p>
          <a:p>
            <a:pPr marL="457200" lvl="0" indent="-266700" algn="l" rtl="0">
              <a:lnSpc>
                <a:spcPct val="115000"/>
              </a:lnSpc>
              <a:spcBef>
                <a:spcPts val="0"/>
              </a:spcBef>
              <a:spcAft>
                <a:spcPts val="0"/>
              </a:spcAft>
              <a:buSzPts val="600"/>
              <a:buChar char="●"/>
            </a:pPr>
            <a:r>
              <a:rPr lang="en" sz="900">
                <a:solidFill>
                  <a:schemeClr val="dk2"/>
                </a:solidFill>
                <a:latin typeface="Arvo"/>
                <a:ea typeface="Arvo"/>
                <a:cs typeface="Arvo"/>
                <a:sym typeface="Arvo"/>
              </a:rPr>
              <a:t>“Header:” patterns</a:t>
            </a:r>
            <a:endParaRPr sz="900">
              <a:solidFill>
                <a:schemeClr val="dk2"/>
              </a:solidFill>
              <a:latin typeface="Arvo"/>
              <a:ea typeface="Arvo"/>
              <a:cs typeface="Arvo"/>
              <a:sym typeface="Arvo"/>
            </a:endParaRPr>
          </a:p>
          <a:p>
            <a:pPr marL="457200" lvl="0" indent="-266700" algn="l" rtl="0">
              <a:lnSpc>
                <a:spcPct val="115000"/>
              </a:lnSpc>
              <a:spcBef>
                <a:spcPts val="0"/>
              </a:spcBef>
              <a:spcAft>
                <a:spcPts val="0"/>
              </a:spcAft>
              <a:buSzPts val="600"/>
              <a:buChar char="●"/>
            </a:pPr>
            <a:r>
              <a:rPr lang="en" sz="900">
                <a:solidFill>
                  <a:schemeClr val="dk2"/>
                </a:solidFill>
                <a:latin typeface="Arvo"/>
                <a:ea typeface="Arvo"/>
                <a:cs typeface="Arvo"/>
                <a:sym typeface="Arvo"/>
              </a:rPr>
              <a:t>Keyword-based matching </a:t>
            </a:r>
            <a:endParaRPr sz="900">
              <a:solidFill>
                <a:schemeClr val="dk2"/>
              </a:solidFill>
              <a:latin typeface="Arvo"/>
              <a:ea typeface="Arvo"/>
              <a:cs typeface="Arvo"/>
              <a:sym typeface="Arvo"/>
            </a:endParaRPr>
          </a:p>
          <a:p>
            <a:pPr marL="457200" lvl="0" indent="-266700" algn="l" rtl="0">
              <a:lnSpc>
                <a:spcPct val="115000"/>
              </a:lnSpc>
              <a:spcBef>
                <a:spcPts val="0"/>
              </a:spcBef>
              <a:spcAft>
                <a:spcPts val="0"/>
              </a:spcAft>
              <a:buSzPts val="600"/>
              <a:buChar char="●"/>
            </a:pPr>
            <a:r>
              <a:rPr lang="en" sz="900">
                <a:solidFill>
                  <a:schemeClr val="dk2"/>
                </a:solidFill>
                <a:latin typeface="Arvo"/>
                <a:ea typeface="Arvo"/>
                <a:cs typeface="Arvo"/>
                <a:sym typeface="Arvo"/>
              </a:rPr>
              <a:t>Basic rules to reduce noise from different resume formats (PDF/DOCX)</a:t>
            </a:r>
            <a:endParaRPr sz="600"/>
          </a:p>
          <a:p>
            <a:pPr marL="0" lvl="0" indent="0" algn="l" rtl="0">
              <a:lnSpc>
                <a:spcPct val="115000"/>
              </a:lnSpc>
              <a:spcBef>
                <a:spcPts val="1200"/>
              </a:spcBef>
              <a:spcAft>
                <a:spcPts val="1200"/>
              </a:spcAft>
              <a:buNone/>
            </a:pPr>
            <a:r>
              <a:rPr lang="en" sz="1100"/>
              <a:t> </a:t>
            </a:r>
            <a:r>
              <a:rPr lang="en" sz="1100" b="1"/>
              <a:t>Goal: turn messy free-text into clean, structured blocks.</a:t>
            </a:r>
            <a:endParaRPr sz="1100" b="1"/>
          </a:p>
        </p:txBody>
      </p:sp>
      <p:sp>
        <p:nvSpPr>
          <p:cNvPr id="2112" name="Google Shape;2112;p57"/>
          <p:cNvSpPr txBox="1"/>
          <p:nvPr/>
        </p:nvSpPr>
        <p:spPr>
          <a:xfrm>
            <a:off x="4567857" y="1120244"/>
            <a:ext cx="6234600" cy="3821100"/>
          </a:xfrm>
          <a:prstGeom prst="rect">
            <a:avLst/>
          </a:prstGeom>
          <a:noFill/>
          <a:ln>
            <a:noFill/>
          </a:ln>
        </p:spPr>
        <p:txBody>
          <a:bodyPr spcFirstLastPara="1" wrap="square" lIns="91425" tIns="91425" rIns="91425" bIns="91425" anchor="t" anchorCtr="0">
            <a:spAutoFit/>
          </a:bodyPr>
          <a:lstStyle/>
          <a:p>
            <a:pPr marL="457200" lvl="0" indent="457200" algn="l" rtl="0">
              <a:lnSpc>
                <a:spcPct val="115000"/>
              </a:lnSpc>
              <a:spcBef>
                <a:spcPts val="1800"/>
              </a:spcBef>
              <a:spcAft>
                <a:spcPts val="0"/>
              </a:spcAft>
              <a:buNone/>
            </a:pPr>
            <a:r>
              <a:rPr lang="en" sz="2000">
                <a:solidFill>
                  <a:schemeClr val="dk1"/>
                </a:solidFill>
                <a:latin typeface="Barlow Condensed SemiBold"/>
                <a:ea typeface="Barlow Condensed SemiBold"/>
                <a:cs typeface="Barlow Condensed SemiBold"/>
                <a:sym typeface="Barlow Condensed SemiBold"/>
              </a:rPr>
              <a:t>Skill Extraction</a:t>
            </a:r>
            <a:r>
              <a:rPr lang="en" sz="1700" b="1"/>
              <a:t> </a:t>
            </a:r>
            <a:endParaRPr sz="1700" b="1"/>
          </a:p>
          <a:p>
            <a:pPr marL="0" lvl="0" indent="0" algn="l" rtl="0">
              <a:lnSpc>
                <a:spcPct val="115000"/>
              </a:lnSpc>
              <a:spcBef>
                <a:spcPts val="1200"/>
              </a:spcBef>
              <a:spcAft>
                <a:spcPts val="0"/>
              </a:spcAft>
              <a:buNone/>
            </a:pPr>
            <a:r>
              <a:rPr lang="en" sz="900">
                <a:solidFill>
                  <a:schemeClr val="dk2"/>
                </a:solidFill>
                <a:latin typeface="Arvo"/>
                <a:ea typeface="Arvo"/>
                <a:cs typeface="Arvo"/>
                <a:sym typeface="Arvo"/>
              </a:rPr>
              <a:t>From the “Skills” and “Experience” sections, we extract:</a:t>
            </a:r>
            <a:endParaRPr sz="900">
              <a:solidFill>
                <a:schemeClr val="dk2"/>
              </a:solidFill>
              <a:latin typeface="Arvo"/>
              <a:ea typeface="Arvo"/>
              <a:cs typeface="Arvo"/>
              <a:sym typeface="Arvo"/>
            </a:endParaRPr>
          </a:p>
          <a:p>
            <a:pPr marL="457200" lvl="0" indent="-298450" algn="l" rtl="0">
              <a:lnSpc>
                <a:spcPct val="115000"/>
              </a:lnSpc>
              <a:spcBef>
                <a:spcPts val="1200"/>
              </a:spcBef>
              <a:spcAft>
                <a:spcPts val="0"/>
              </a:spcAft>
              <a:buSzPts val="1100"/>
              <a:buChar char="●"/>
            </a:pPr>
            <a:r>
              <a:rPr lang="en" sz="900">
                <a:solidFill>
                  <a:schemeClr val="dk2"/>
                </a:solidFill>
                <a:latin typeface="Arvo"/>
                <a:ea typeface="Arvo"/>
                <a:cs typeface="Arvo"/>
                <a:sym typeface="Arvo"/>
              </a:rPr>
              <a:t>Primary skills — explicitly listed skills</a:t>
            </a:r>
            <a:endParaRPr sz="900">
              <a:solidFill>
                <a:schemeClr val="dk2"/>
              </a:solidFill>
              <a:latin typeface="Arvo"/>
              <a:ea typeface="Arvo"/>
              <a:cs typeface="Arvo"/>
              <a:sym typeface="Arvo"/>
            </a:endParaRPr>
          </a:p>
          <a:p>
            <a:pPr marL="457200" lvl="0" indent="-298450" algn="l" rtl="0">
              <a:lnSpc>
                <a:spcPct val="115000"/>
              </a:lnSpc>
              <a:spcBef>
                <a:spcPts val="0"/>
              </a:spcBef>
              <a:spcAft>
                <a:spcPts val="0"/>
              </a:spcAft>
              <a:buSzPts val="1100"/>
              <a:buChar char="●"/>
            </a:pPr>
            <a:r>
              <a:rPr lang="en" sz="900">
                <a:solidFill>
                  <a:schemeClr val="dk2"/>
                </a:solidFill>
                <a:latin typeface="Arvo"/>
                <a:ea typeface="Arvo"/>
                <a:cs typeface="Arvo"/>
                <a:sym typeface="Arvo"/>
              </a:rPr>
              <a:t>Secondary skills — implied within experience descriptions</a:t>
            </a:r>
            <a:endParaRPr sz="900">
              <a:solidFill>
                <a:schemeClr val="dk2"/>
              </a:solidFill>
              <a:latin typeface="Arvo"/>
              <a:ea typeface="Arvo"/>
              <a:cs typeface="Arvo"/>
              <a:sym typeface="Arvo"/>
            </a:endParaRPr>
          </a:p>
          <a:p>
            <a:pPr marL="0" lvl="0" indent="0" algn="l" rtl="0">
              <a:lnSpc>
                <a:spcPct val="115000"/>
              </a:lnSpc>
              <a:spcBef>
                <a:spcPts val="1200"/>
              </a:spcBef>
              <a:spcAft>
                <a:spcPts val="0"/>
              </a:spcAft>
              <a:buNone/>
            </a:pPr>
            <a:r>
              <a:rPr lang="en" sz="900">
                <a:solidFill>
                  <a:schemeClr val="dk2"/>
                </a:solidFill>
                <a:latin typeface="Arvo"/>
                <a:ea typeface="Arvo"/>
                <a:cs typeface="Arvo"/>
                <a:sym typeface="Arvo"/>
              </a:rPr>
              <a:t>Based on:</a:t>
            </a:r>
            <a:endParaRPr sz="900">
              <a:solidFill>
                <a:schemeClr val="dk2"/>
              </a:solidFill>
              <a:latin typeface="Arvo"/>
              <a:ea typeface="Arvo"/>
              <a:cs typeface="Arvo"/>
              <a:sym typeface="Arvo"/>
            </a:endParaRPr>
          </a:p>
          <a:p>
            <a:pPr marL="457200" lvl="0" indent="-298450" algn="l" rtl="0">
              <a:lnSpc>
                <a:spcPct val="115000"/>
              </a:lnSpc>
              <a:spcBef>
                <a:spcPts val="1200"/>
              </a:spcBef>
              <a:spcAft>
                <a:spcPts val="0"/>
              </a:spcAft>
              <a:buSzPts val="1100"/>
              <a:buChar char="●"/>
            </a:pPr>
            <a:r>
              <a:rPr lang="en" sz="900">
                <a:solidFill>
                  <a:schemeClr val="dk2"/>
                </a:solidFill>
                <a:latin typeface="Arvo"/>
                <a:ea typeface="Arvo"/>
                <a:cs typeface="Arvo"/>
                <a:sym typeface="Arvo"/>
              </a:rPr>
              <a:t>Shared skill dictionary + alias mapping</a:t>
            </a:r>
            <a:endParaRPr sz="900">
              <a:solidFill>
                <a:schemeClr val="dk2"/>
              </a:solidFill>
              <a:latin typeface="Arvo"/>
              <a:ea typeface="Arvo"/>
              <a:cs typeface="Arvo"/>
              <a:sym typeface="Arvo"/>
            </a:endParaRPr>
          </a:p>
          <a:p>
            <a:pPr marL="457200" lvl="0" indent="-298450" algn="l" rtl="0">
              <a:lnSpc>
                <a:spcPct val="115000"/>
              </a:lnSpc>
              <a:spcBef>
                <a:spcPts val="0"/>
              </a:spcBef>
              <a:spcAft>
                <a:spcPts val="0"/>
              </a:spcAft>
              <a:buSzPts val="1100"/>
              <a:buChar char="●"/>
            </a:pPr>
            <a:r>
              <a:rPr lang="en" sz="900">
                <a:solidFill>
                  <a:schemeClr val="dk2"/>
                </a:solidFill>
                <a:latin typeface="Arvo"/>
                <a:ea typeface="Arvo"/>
                <a:cs typeface="Arvo"/>
                <a:sym typeface="Arvo"/>
              </a:rPr>
              <a:t>Boundary-safe matching (avoiding substring false positives)</a:t>
            </a:r>
            <a:endParaRPr sz="900">
              <a:solidFill>
                <a:schemeClr val="dk2"/>
              </a:solidFill>
              <a:latin typeface="Arvo"/>
              <a:ea typeface="Arvo"/>
              <a:cs typeface="Arvo"/>
              <a:sym typeface="Arvo"/>
            </a:endParaRPr>
          </a:p>
          <a:p>
            <a:pPr marL="0" lvl="0" indent="0" algn="l" rtl="0">
              <a:lnSpc>
                <a:spcPct val="115000"/>
              </a:lnSpc>
              <a:spcBef>
                <a:spcPts val="1200"/>
              </a:spcBef>
              <a:spcAft>
                <a:spcPts val="0"/>
              </a:spcAft>
              <a:buNone/>
            </a:pPr>
            <a:r>
              <a:rPr lang="en" sz="900">
                <a:solidFill>
                  <a:schemeClr val="dk2"/>
                </a:solidFill>
                <a:latin typeface="Arvo"/>
                <a:ea typeface="Arvo"/>
                <a:cs typeface="Arvo"/>
                <a:sym typeface="Arvo"/>
              </a:rPr>
              <a:t>Output includes:</a:t>
            </a:r>
            <a:endParaRPr sz="900">
              <a:solidFill>
                <a:schemeClr val="dk2"/>
              </a:solidFill>
              <a:latin typeface="Arvo"/>
              <a:ea typeface="Arvo"/>
              <a:cs typeface="Arvo"/>
              <a:sym typeface="Arvo"/>
            </a:endParaRPr>
          </a:p>
          <a:p>
            <a:pPr marL="457200" lvl="0" indent="-298450" algn="l" rtl="0">
              <a:lnSpc>
                <a:spcPct val="115000"/>
              </a:lnSpc>
              <a:spcBef>
                <a:spcPts val="1200"/>
              </a:spcBef>
              <a:spcAft>
                <a:spcPts val="0"/>
              </a:spcAft>
              <a:buSzPts val="1100"/>
              <a:buChar char="●"/>
            </a:pPr>
            <a:r>
              <a:rPr lang="en" sz="900">
                <a:solidFill>
                  <a:schemeClr val="dk2"/>
                </a:solidFill>
                <a:latin typeface="Arvo"/>
                <a:ea typeface="Arvo"/>
                <a:cs typeface="Arvo"/>
                <a:sym typeface="Arvo"/>
              </a:rPr>
              <a:t>primary_skills</a:t>
            </a:r>
            <a:endParaRPr sz="900">
              <a:solidFill>
                <a:schemeClr val="dk2"/>
              </a:solidFill>
              <a:latin typeface="Arvo"/>
              <a:ea typeface="Arvo"/>
              <a:cs typeface="Arvo"/>
              <a:sym typeface="Arvo"/>
            </a:endParaRPr>
          </a:p>
          <a:p>
            <a:pPr marL="457200" lvl="0" indent="-298450" algn="l" rtl="0">
              <a:lnSpc>
                <a:spcPct val="115000"/>
              </a:lnSpc>
              <a:spcBef>
                <a:spcPts val="0"/>
              </a:spcBef>
              <a:spcAft>
                <a:spcPts val="0"/>
              </a:spcAft>
              <a:buSzPts val="1100"/>
              <a:buChar char="●"/>
            </a:pPr>
            <a:r>
              <a:rPr lang="en" sz="900">
                <a:solidFill>
                  <a:schemeClr val="dk2"/>
                </a:solidFill>
                <a:latin typeface="Arvo"/>
                <a:ea typeface="Arvo"/>
                <a:cs typeface="Arvo"/>
                <a:sym typeface="Arvo"/>
              </a:rPr>
              <a:t>secondary_skills</a:t>
            </a:r>
            <a:endParaRPr sz="900">
              <a:solidFill>
                <a:schemeClr val="dk2"/>
              </a:solidFill>
              <a:latin typeface="Arvo"/>
              <a:ea typeface="Arvo"/>
              <a:cs typeface="Arvo"/>
              <a:sym typeface="Arvo"/>
            </a:endParaRPr>
          </a:p>
          <a:p>
            <a:pPr marL="457200" lvl="0" indent="-298450" algn="l" rtl="0">
              <a:lnSpc>
                <a:spcPct val="115000"/>
              </a:lnSpc>
              <a:spcBef>
                <a:spcPts val="0"/>
              </a:spcBef>
              <a:spcAft>
                <a:spcPts val="0"/>
              </a:spcAft>
              <a:buSzPts val="1100"/>
              <a:buChar char="●"/>
            </a:pPr>
            <a:r>
              <a:rPr lang="en" sz="900">
                <a:solidFill>
                  <a:schemeClr val="dk2"/>
                </a:solidFill>
                <a:latin typeface="Arvo"/>
                <a:ea typeface="Arvo"/>
                <a:cs typeface="Arvo"/>
                <a:sym typeface="Arvo"/>
              </a:rPr>
              <a:t>all_skills</a:t>
            </a:r>
            <a:endParaRPr sz="900">
              <a:solidFill>
                <a:schemeClr val="dk2"/>
              </a:solidFill>
              <a:latin typeface="Arvo"/>
              <a:ea typeface="Arvo"/>
              <a:cs typeface="Arvo"/>
              <a:sym typeface="Arvo"/>
            </a:endParaRPr>
          </a:p>
          <a:p>
            <a:pPr marL="457200" lvl="0" indent="-298450" algn="l" rtl="0">
              <a:lnSpc>
                <a:spcPct val="115000"/>
              </a:lnSpc>
              <a:spcBef>
                <a:spcPts val="0"/>
              </a:spcBef>
              <a:spcAft>
                <a:spcPts val="0"/>
              </a:spcAft>
              <a:buSzPts val="1100"/>
              <a:buChar char="●"/>
            </a:pPr>
            <a:r>
              <a:rPr lang="en" sz="900">
                <a:solidFill>
                  <a:schemeClr val="dk2"/>
                </a:solidFill>
                <a:latin typeface="Arvo"/>
                <a:ea typeface="Arvo"/>
                <a:cs typeface="Arvo"/>
                <a:sym typeface="Arvo"/>
              </a:rPr>
              <a:t>skill_frequency</a:t>
            </a:r>
            <a:endParaRPr sz="900">
              <a:solidFill>
                <a:schemeClr val="dk2"/>
              </a:solidFill>
              <a:latin typeface="Arvo"/>
              <a:ea typeface="Arvo"/>
              <a:cs typeface="Arvo"/>
              <a:sym typeface="Arvo"/>
            </a:endParaRPr>
          </a:p>
          <a:p>
            <a:pPr marL="0" lvl="0" indent="0" algn="l" rtl="0">
              <a:lnSpc>
                <a:spcPct val="115000"/>
              </a:lnSpc>
              <a:spcBef>
                <a:spcPts val="1200"/>
              </a:spcBef>
              <a:spcAft>
                <a:spcPts val="1200"/>
              </a:spcAft>
              <a:buNone/>
            </a:pPr>
            <a:endParaRPr sz="1100" b="1"/>
          </a:p>
        </p:txBody>
      </p:sp>
      <p:sp>
        <p:nvSpPr>
          <p:cNvPr id="2113" name="Google Shape;2113;p57"/>
          <p:cNvSpPr txBox="1"/>
          <p:nvPr/>
        </p:nvSpPr>
        <p:spPr>
          <a:xfrm>
            <a:off x="2603100" y="4662900"/>
            <a:ext cx="39378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100" b="1"/>
              <a:t>This creates a structured skill profile of the candidate.</a:t>
            </a:r>
            <a:endParaRPr sz="1100" b="1"/>
          </a:p>
        </p:txBody>
      </p:sp>
      <p:sp>
        <p:nvSpPr>
          <p:cNvPr id="2114" name="Google Shape;2114;p57"/>
          <p:cNvSpPr/>
          <p:nvPr/>
        </p:nvSpPr>
        <p:spPr>
          <a:xfrm rot="-3682177">
            <a:off x="4340643" y="4418277"/>
            <a:ext cx="413225" cy="219362"/>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vo"/>
              <a:ea typeface="Arvo"/>
              <a:cs typeface="Arvo"/>
              <a:sym typeface="Arv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8"/>
        <p:cNvGrpSpPr/>
        <p:nvPr/>
      </p:nvGrpSpPr>
      <p:grpSpPr>
        <a:xfrm>
          <a:off x="0" y="0"/>
          <a:ext cx="0" cy="0"/>
          <a:chOff x="0" y="0"/>
          <a:chExt cx="0" cy="0"/>
        </a:xfrm>
      </p:grpSpPr>
      <p:sp>
        <p:nvSpPr>
          <p:cNvPr id="2119" name="Google Shape;2119;p58"/>
          <p:cNvSpPr txBox="1">
            <a:spLocks noGrp="1"/>
          </p:cNvSpPr>
          <p:nvPr>
            <p:ph type="ctrTitle" idx="9"/>
          </p:nvPr>
        </p:nvSpPr>
        <p:spPr>
          <a:xfrm flipH="1">
            <a:off x="766701" y="415450"/>
            <a:ext cx="8003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Job Understanding: Skill Extraction on Job Descriptions</a:t>
            </a:r>
            <a:endParaRPr/>
          </a:p>
        </p:txBody>
      </p:sp>
      <p:sp>
        <p:nvSpPr>
          <p:cNvPr id="2120" name="Google Shape;2120;p58"/>
          <p:cNvSpPr txBox="1"/>
          <p:nvPr/>
        </p:nvSpPr>
        <p:spPr>
          <a:xfrm>
            <a:off x="807538" y="269152"/>
            <a:ext cx="4659000" cy="6093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 sz="2000">
                <a:solidFill>
                  <a:schemeClr val="dk1"/>
                </a:solidFill>
                <a:latin typeface="Barlow Condensed SemiBold"/>
                <a:ea typeface="Barlow Condensed SemiBold"/>
                <a:cs typeface="Barlow Condensed SemiBold"/>
                <a:sym typeface="Barlow Condensed SemiBold"/>
              </a:rPr>
              <a:t>What We Do for Each Job Post</a:t>
            </a:r>
            <a:endParaRPr sz="1100" b="1"/>
          </a:p>
          <a:p>
            <a:pPr marL="0" lvl="0" indent="0" algn="l" rtl="0">
              <a:lnSpc>
                <a:spcPct val="115000"/>
              </a:lnSpc>
              <a:spcBef>
                <a:spcPts val="1400"/>
              </a:spcBef>
              <a:spcAft>
                <a:spcPts val="0"/>
              </a:spcAft>
              <a:buNone/>
            </a:pPr>
            <a:r>
              <a:rPr lang="en" sz="1300" b="1"/>
              <a:t>1. Clean the Text</a:t>
            </a:r>
            <a:endParaRPr sz="1300" b="1"/>
          </a:p>
          <a:p>
            <a:pPr marL="457200" lvl="0" indent="-298450" algn="l" rtl="0">
              <a:lnSpc>
                <a:spcPct val="115000"/>
              </a:lnSpc>
              <a:spcBef>
                <a:spcPts val="1200"/>
              </a:spcBef>
              <a:spcAft>
                <a:spcPts val="0"/>
              </a:spcAft>
              <a:buSzPts val="1100"/>
              <a:buChar char="●"/>
            </a:pPr>
            <a:r>
              <a:rPr lang="en" sz="1100"/>
              <a:t>Remove HTML &amp; noise</a:t>
            </a:r>
            <a:endParaRPr sz="1100"/>
          </a:p>
          <a:p>
            <a:pPr marL="457200" lvl="0" indent="-298450" algn="l" rtl="0">
              <a:lnSpc>
                <a:spcPct val="115000"/>
              </a:lnSpc>
              <a:spcBef>
                <a:spcPts val="0"/>
              </a:spcBef>
              <a:spcAft>
                <a:spcPts val="0"/>
              </a:spcAft>
              <a:buSzPts val="1100"/>
              <a:buChar char="●"/>
            </a:pPr>
            <a:r>
              <a:rPr lang="en" sz="1100"/>
              <a:t>Normalize punctuation</a:t>
            </a:r>
            <a:endParaRPr sz="1100"/>
          </a:p>
          <a:p>
            <a:pPr marL="457200" lvl="0" indent="-298450" algn="l" rtl="0">
              <a:lnSpc>
                <a:spcPct val="115000"/>
              </a:lnSpc>
              <a:spcBef>
                <a:spcPts val="0"/>
              </a:spcBef>
              <a:spcAft>
                <a:spcPts val="0"/>
              </a:spcAft>
              <a:buSzPts val="1100"/>
              <a:buChar char="●"/>
            </a:pPr>
            <a:r>
              <a:rPr lang="en" sz="1100"/>
              <a:t>Lowercase everything</a:t>
            </a:r>
            <a:endParaRPr sz="1100"/>
          </a:p>
          <a:p>
            <a:pPr marL="0" lvl="0" indent="0" algn="l" rtl="0">
              <a:lnSpc>
                <a:spcPct val="115000"/>
              </a:lnSpc>
              <a:spcBef>
                <a:spcPts val="1400"/>
              </a:spcBef>
              <a:spcAft>
                <a:spcPts val="0"/>
              </a:spcAft>
              <a:buNone/>
            </a:pPr>
            <a:r>
              <a:rPr lang="en" sz="1300" b="1"/>
              <a:t>2. Extract Skills</a:t>
            </a:r>
            <a:endParaRPr sz="1300" b="1"/>
          </a:p>
          <a:p>
            <a:pPr marL="457200" lvl="0" indent="-298450" algn="l" rtl="0">
              <a:lnSpc>
                <a:spcPct val="115000"/>
              </a:lnSpc>
              <a:spcBef>
                <a:spcPts val="1200"/>
              </a:spcBef>
              <a:spcAft>
                <a:spcPts val="0"/>
              </a:spcAft>
              <a:buSzPts val="1100"/>
              <a:buChar char="●"/>
            </a:pPr>
            <a:r>
              <a:rPr lang="en" sz="1100"/>
              <a:t>Scan with unified skill dictionary</a:t>
            </a:r>
            <a:endParaRPr sz="1100"/>
          </a:p>
          <a:p>
            <a:pPr marL="457200" lvl="0" indent="-298450" algn="l" rtl="0">
              <a:lnSpc>
                <a:spcPct val="115000"/>
              </a:lnSpc>
              <a:spcBef>
                <a:spcPts val="0"/>
              </a:spcBef>
              <a:spcAft>
                <a:spcPts val="0"/>
              </a:spcAft>
              <a:buSzPts val="1100"/>
              <a:buChar char="●"/>
            </a:pPr>
            <a:r>
              <a:rPr lang="en" sz="1100"/>
              <a:t>Identify </a:t>
            </a:r>
            <a:r>
              <a:rPr lang="en" sz="1100" b="1"/>
              <a:t>primary</a:t>
            </a:r>
            <a:r>
              <a:rPr lang="en" sz="1100"/>
              <a:t> (explicit) and </a:t>
            </a:r>
            <a:r>
              <a:rPr lang="en" sz="1100" b="1"/>
              <a:t>secondary</a:t>
            </a:r>
            <a:r>
              <a:rPr lang="en" sz="1100"/>
              <a:t> (implicit) skills</a:t>
            </a:r>
            <a:endParaRPr sz="1100"/>
          </a:p>
          <a:p>
            <a:pPr marL="457200" lvl="0" indent="-298450" algn="l" rtl="0">
              <a:lnSpc>
                <a:spcPct val="115000"/>
              </a:lnSpc>
              <a:spcBef>
                <a:spcPts val="0"/>
              </a:spcBef>
              <a:spcAft>
                <a:spcPts val="0"/>
              </a:spcAft>
              <a:buSzPts val="1100"/>
              <a:buChar char="●"/>
            </a:pPr>
            <a:r>
              <a:rPr lang="en" sz="1100"/>
              <a:t>Compute skill frequency</a:t>
            </a:r>
            <a:endParaRPr sz="1100"/>
          </a:p>
          <a:p>
            <a:pPr marL="0" lvl="0" indent="0" algn="l" rtl="0">
              <a:lnSpc>
                <a:spcPct val="115000"/>
              </a:lnSpc>
              <a:spcBef>
                <a:spcPts val="1400"/>
              </a:spcBef>
              <a:spcAft>
                <a:spcPts val="0"/>
              </a:spcAft>
              <a:buNone/>
            </a:pPr>
            <a:r>
              <a:rPr lang="en" sz="1300" b="1"/>
              <a:t>3. Build Structured Job Profile</a:t>
            </a:r>
            <a:endParaRPr sz="1300" b="1"/>
          </a:p>
          <a:p>
            <a:pPr marL="457200" lvl="0" indent="-298450" algn="l" rtl="0">
              <a:lnSpc>
                <a:spcPct val="115000"/>
              </a:lnSpc>
              <a:spcBef>
                <a:spcPts val="1200"/>
              </a:spcBef>
              <a:spcAft>
                <a:spcPts val="0"/>
              </a:spcAft>
              <a:buSzPts val="1100"/>
              <a:buChar char="●"/>
            </a:pPr>
            <a:r>
              <a:rPr lang="en" sz="1100"/>
              <a:t>title, company, location</a:t>
            </a:r>
            <a:endParaRPr sz="1100"/>
          </a:p>
          <a:p>
            <a:pPr marL="457200" lvl="0" indent="-298450" algn="l" rtl="0">
              <a:lnSpc>
                <a:spcPct val="115000"/>
              </a:lnSpc>
              <a:spcBef>
                <a:spcPts val="0"/>
              </a:spcBef>
              <a:spcAft>
                <a:spcPts val="0"/>
              </a:spcAft>
              <a:buSzPts val="1100"/>
              <a:buChar char="●"/>
            </a:pPr>
            <a:r>
              <a:rPr lang="en" sz="1100"/>
              <a:t>skill_frequency</a:t>
            </a:r>
            <a:endParaRPr sz="1100"/>
          </a:p>
          <a:p>
            <a:pPr marL="0" lvl="0" indent="0" algn="l" rtl="0">
              <a:lnSpc>
                <a:spcPct val="115000"/>
              </a:lnSpc>
              <a:spcBef>
                <a:spcPts val="1200"/>
              </a:spcBef>
              <a:spcAft>
                <a:spcPts val="1200"/>
              </a:spcAft>
              <a:buNone/>
            </a:pPr>
            <a:endParaRPr sz="1700" b="1"/>
          </a:p>
        </p:txBody>
      </p:sp>
      <p:sp>
        <p:nvSpPr>
          <p:cNvPr id="2121" name="Google Shape;2121;p58"/>
          <p:cNvSpPr txBox="1"/>
          <p:nvPr/>
        </p:nvSpPr>
        <p:spPr>
          <a:xfrm>
            <a:off x="5063249" y="1136575"/>
            <a:ext cx="3754800" cy="3035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2000">
                <a:solidFill>
                  <a:schemeClr val="dk1"/>
                </a:solidFill>
                <a:latin typeface="Barlow Condensed SemiBold"/>
                <a:ea typeface="Barlow Condensed SemiBold"/>
                <a:cs typeface="Barlow Condensed SemiBold"/>
                <a:sym typeface="Barlow Condensed SemiBold"/>
              </a:rPr>
              <a:t>Why This Step Is Critical</a:t>
            </a:r>
            <a:endParaRPr sz="1700" b="1"/>
          </a:p>
          <a:p>
            <a:pPr marL="0" lvl="0" indent="0" algn="l" rtl="0">
              <a:lnSpc>
                <a:spcPct val="115000"/>
              </a:lnSpc>
              <a:spcBef>
                <a:spcPts val="1200"/>
              </a:spcBef>
              <a:spcAft>
                <a:spcPts val="0"/>
              </a:spcAft>
              <a:buNone/>
            </a:pPr>
            <a:r>
              <a:rPr lang="en" sz="1100"/>
              <a:t>Your system is not just a semantic search engine.</a:t>
            </a:r>
            <a:endParaRPr sz="1100"/>
          </a:p>
          <a:p>
            <a:pPr marL="0" lvl="0" indent="0" algn="l" rtl="0">
              <a:lnSpc>
                <a:spcPct val="115000"/>
              </a:lnSpc>
              <a:spcBef>
                <a:spcPts val="1200"/>
              </a:spcBef>
              <a:spcAft>
                <a:spcPts val="0"/>
              </a:spcAft>
              <a:buNone/>
            </a:pPr>
            <a:r>
              <a:rPr lang="en" sz="1100"/>
              <a:t>It is a </a:t>
            </a:r>
            <a:r>
              <a:rPr lang="en" sz="1100" b="1"/>
              <a:t>hybrid system combining:</a:t>
            </a:r>
            <a:endParaRPr sz="1100" b="1"/>
          </a:p>
          <a:p>
            <a:pPr marL="457200" lvl="0" indent="-298450" algn="l" rtl="0">
              <a:lnSpc>
                <a:spcPct val="115000"/>
              </a:lnSpc>
              <a:spcBef>
                <a:spcPts val="1200"/>
              </a:spcBef>
              <a:spcAft>
                <a:spcPts val="0"/>
              </a:spcAft>
              <a:buSzPts val="1100"/>
              <a:buChar char="●"/>
            </a:pPr>
            <a:r>
              <a:rPr lang="en" sz="1100"/>
              <a:t>structured skill matching</a:t>
            </a:r>
            <a:endParaRPr sz="1100"/>
          </a:p>
          <a:p>
            <a:pPr marL="457200" lvl="0" indent="-298450" algn="l" rtl="0">
              <a:lnSpc>
                <a:spcPct val="115000"/>
              </a:lnSpc>
              <a:spcBef>
                <a:spcPts val="0"/>
              </a:spcBef>
              <a:spcAft>
                <a:spcPts val="0"/>
              </a:spcAft>
              <a:buSzPts val="1100"/>
              <a:buChar char="●"/>
            </a:pPr>
            <a:r>
              <a:rPr lang="en" sz="1100"/>
              <a:t>TF-IDF similarity</a:t>
            </a:r>
            <a:endParaRPr sz="1100"/>
          </a:p>
          <a:p>
            <a:pPr marL="457200" lvl="0" indent="-298450" algn="l" rtl="0">
              <a:lnSpc>
                <a:spcPct val="115000"/>
              </a:lnSpc>
              <a:spcBef>
                <a:spcPts val="0"/>
              </a:spcBef>
              <a:spcAft>
                <a:spcPts val="0"/>
              </a:spcAft>
              <a:buSzPts val="1100"/>
              <a:buChar char="●"/>
            </a:pPr>
            <a:r>
              <a:rPr lang="en" sz="1100"/>
              <a:t>heuristic signals (location, experience, recency)</a:t>
            </a:r>
            <a:endParaRPr sz="1100"/>
          </a:p>
          <a:p>
            <a:pPr marL="0" lvl="0" indent="0" algn="l" rtl="0">
              <a:lnSpc>
                <a:spcPct val="115000"/>
              </a:lnSpc>
              <a:spcBef>
                <a:spcPts val="1200"/>
              </a:spcBef>
              <a:spcAft>
                <a:spcPts val="0"/>
              </a:spcAft>
              <a:buNone/>
            </a:pPr>
            <a:r>
              <a:rPr lang="en" sz="1100"/>
              <a:t>Skill extraction on job descriptions enables:</a:t>
            </a:r>
            <a:endParaRPr sz="1100"/>
          </a:p>
          <a:p>
            <a:pPr marL="457200" lvl="0" indent="-298450" algn="l" rtl="0">
              <a:lnSpc>
                <a:spcPct val="115000"/>
              </a:lnSpc>
              <a:spcBef>
                <a:spcPts val="1200"/>
              </a:spcBef>
              <a:spcAft>
                <a:spcPts val="0"/>
              </a:spcAft>
              <a:buSzPts val="1100"/>
              <a:buChar char="●"/>
            </a:pPr>
            <a:r>
              <a:rPr lang="en" sz="1100"/>
              <a:t>clear explainability (“matched skills” panel)</a:t>
            </a:r>
            <a:endParaRPr sz="1100"/>
          </a:p>
          <a:p>
            <a:pPr marL="457200" lvl="0" indent="-298450" algn="l" rtl="0">
              <a:lnSpc>
                <a:spcPct val="115000"/>
              </a:lnSpc>
              <a:spcBef>
                <a:spcPts val="0"/>
              </a:spcBef>
              <a:spcAft>
                <a:spcPts val="0"/>
              </a:spcAft>
              <a:buSzPts val="1100"/>
              <a:buChar char="●"/>
            </a:pPr>
            <a:r>
              <a:rPr lang="en" sz="1100"/>
              <a:t>rule-based boosts for relevant skills</a:t>
            </a:r>
            <a:endParaRPr sz="1100"/>
          </a:p>
          <a:p>
            <a:pPr marL="457200" lvl="0" indent="-298450" algn="l" rtl="0">
              <a:lnSpc>
                <a:spcPct val="115000"/>
              </a:lnSpc>
              <a:spcBef>
                <a:spcPts val="0"/>
              </a:spcBef>
              <a:spcAft>
                <a:spcPts val="0"/>
              </a:spcAft>
              <a:buSzPts val="1100"/>
              <a:buChar char="●"/>
            </a:pPr>
            <a:r>
              <a:rPr lang="en" sz="1100"/>
              <a:t>stronger hybrid ranking performance</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25"/>
        <p:cNvGrpSpPr/>
        <p:nvPr/>
      </p:nvGrpSpPr>
      <p:grpSpPr>
        <a:xfrm>
          <a:off x="0" y="0"/>
          <a:ext cx="0" cy="0"/>
          <a:chOff x="0" y="0"/>
          <a:chExt cx="0" cy="0"/>
        </a:xfrm>
      </p:grpSpPr>
      <p:sp>
        <p:nvSpPr>
          <p:cNvPr id="2126" name="Google Shape;2126;p59"/>
          <p:cNvSpPr txBox="1">
            <a:spLocks noGrp="1"/>
          </p:cNvSpPr>
          <p:nvPr>
            <p:ph type="ctrTitle" idx="9"/>
          </p:nvPr>
        </p:nvSpPr>
        <p:spPr>
          <a:xfrm flipH="1">
            <a:off x="766744" y="451018"/>
            <a:ext cx="7083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Final Ranking: Our 5-Dimensional Scoring Model</a:t>
            </a:r>
            <a:endParaRPr/>
          </a:p>
        </p:txBody>
      </p:sp>
      <p:sp>
        <p:nvSpPr>
          <p:cNvPr id="2127" name="Google Shape;2127;p59"/>
          <p:cNvSpPr txBox="1">
            <a:spLocks noGrp="1"/>
          </p:cNvSpPr>
          <p:nvPr>
            <p:ph type="subTitle" idx="1"/>
          </p:nvPr>
        </p:nvSpPr>
        <p:spPr>
          <a:xfrm>
            <a:off x="3087225" y="3199265"/>
            <a:ext cx="2442300" cy="583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Skill Match</a:t>
            </a:r>
            <a:endParaRPr/>
          </a:p>
        </p:txBody>
      </p:sp>
      <p:sp>
        <p:nvSpPr>
          <p:cNvPr id="2128" name="Google Shape;2128;p59"/>
          <p:cNvSpPr txBox="1">
            <a:spLocks noGrp="1"/>
          </p:cNvSpPr>
          <p:nvPr>
            <p:ph type="title"/>
          </p:nvPr>
        </p:nvSpPr>
        <p:spPr>
          <a:xfrm>
            <a:off x="3087275" y="2355090"/>
            <a:ext cx="2442300" cy="91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a:solidFill>
                  <a:schemeClr val="accent4"/>
                </a:solidFill>
              </a:rPr>
              <a:t>40%</a:t>
            </a:r>
            <a:endParaRPr sz="3600">
              <a:solidFill>
                <a:schemeClr val="accent4"/>
              </a:solidFill>
            </a:endParaRPr>
          </a:p>
        </p:txBody>
      </p:sp>
      <p:sp>
        <p:nvSpPr>
          <p:cNvPr id="2129" name="Google Shape;2129;p59"/>
          <p:cNvSpPr/>
          <p:nvPr/>
        </p:nvSpPr>
        <p:spPr>
          <a:xfrm flipH="1">
            <a:off x="1057500" y="2997475"/>
            <a:ext cx="1870500" cy="1870500"/>
          </a:xfrm>
          <a:prstGeom prst="arc">
            <a:avLst>
              <a:gd name="adj1" fmla="val 914252"/>
              <a:gd name="adj2" fmla="val 6919861"/>
            </a:avLst>
          </a:prstGeom>
          <a:noFill/>
          <a:ln w="114300" cap="flat" cmpd="sng">
            <a:solidFill>
              <a:schemeClr val="accent5"/>
            </a:solidFill>
            <a:prstDash val="solid"/>
            <a:round/>
            <a:headEnd type="none" w="sm" len="sm"/>
            <a:tailEnd type="none" w="sm" len="sm"/>
          </a:ln>
          <a:effectLst>
            <a:outerShdw blurRad="57150" dist="19050" dir="5400000" algn="bl" rotWithShape="0">
              <a:srgbClr val="000000">
                <a:alpha val="4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59"/>
          <p:cNvSpPr txBox="1">
            <a:spLocks noGrp="1"/>
          </p:cNvSpPr>
          <p:nvPr>
            <p:ph type="title" idx="4294967295"/>
          </p:nvPr>
        </p:nvSpPr>
        <p:spPr>
          <a:xfrm>
            <a:off x="1687000" y="3320525"/>
            <a:ext cx="1416000" cy="73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100">
                <a:solidFill>
                  <a:schemeClr val="accent5"/>
                </a:solidFill>
              </a:rPr>
              <a:t>25%</a:t>
            </a:r>
            <a:endParaRPr sz="3100">
              <a:solidFill>
                <a:schemeClr val="accent5"/>
              </a:solidFill>
            </a:endParaRPr>
          </a:p>
        </p:txBody>
      </p:sp>
      <p:sp>
        <p:nvSpPr>
          <p:cNvPr id="2131" name="Google Shape;2131;p59"/>
          <p:cNvSpPr txBox="1">
            <a:spLocks noGrp="1"/>
          </p:cNvSpPr>
          <p:nvPr>
            <p:ph type="subTitle" idx="6"/>
          </p:nvPr>
        </p:nvSpPr>
        <p:spPr>
          <a:xfrm>
            <a:off x="1282175" y="3913500"/>
            <a:ext cx="1416300" cy="583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tLang="zh-CN" sz="2000" dirty="0">
                <a:solidFill>
                  <a:schemeClr val="dk1"/>
                </a:solidFill>
                <a:latin typeface="Barlow Condensed SemiBold"/>
                <a:ea typeface="Barlow Condensed SemiBold"/>
                <a:cs typeface="Barlow Condensed SemiBold"/>
                <a:sym typeface="Barlow Condensed SemiBold"/>
              </a:rPr>
              <a:t>Semantic Match</a:t>
            </a:r>
            <a:endParaRPr dirty="0"/>
          </a:p>
        </p:txBody>
      </p:sp>
      <p:sp>
        <p:nvSpPr>
          <p:cNvPr id="2132" name="Google Shape;2132;p59"/>
          <p:cNvSpPr/>
          <p:nvPr/>
        </p:nvSpPr>
        <p:spPr>
          <a:xfrm rot="-5400000">
            <a:off x="3139300" y="1916397"/>
            <a:ext cx="2338200" cy="2410800"/>
          </a:xfrm>
          <a:prstGeom prst="blockArc">
            <a:avLst>
              <a:gd name="adj1" fmla="val 12852786"/>
              <a:gd name="adj2" fmla="val 44855"/>
              <a:gd name="adj3" fmla="val 12462"/>
            </a:avLst>
          </a:prstGeom>
          <a:solidFill>
            <a:schemeClr val="accent4"/>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59"/>
          <p:cNvSpPr/>
          <p:nvPr/>
        </p:nvSpPr>
        <p:spPr>
          <a:xfrm flipH="1">
            <a:off x="5461861" y="1248214"/>
            <a:ext cx="1870500" cy="1870500"/>
          </a:xfrm>
          <a:prstGeom prst="arc">
            <a:avLst>
              <a:gd name="adj1" fmla="val 11621173"/>
              <a:gd name="adj2" fmla="val 16543468"/>
            </a:avLst>
          </a:prstGeom>
          <a:noFill/>
          <a:ln w="114300" cap="flat" cmpd="sng">
            <a:solidFill>
              <a:schemeClr val="accent5"/>
            </a:solidFill>
            <a:prstDash val="solid"/>
            <a:round/>
            <a:headEnd type="none" w="sm" len="sm"/>
            <a:tailEnd type="none" w="sm" len="sm"/>
          </a:ln>
          <a:effectLst>
            <a:outerShdw blurRad="57150" dist="19050" dir="5400000" algn="bl" rotWithShape="0">
              <a:srgbClr val="000000">
                <a:alpha val="4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59"/>
          <p:cNvSpPr txBox="1">
            <a:spLocks noGrp="1"/>
          </p:cNvSpPr>
          <p:nvPr>
            <p:ph type="title" idx="4294967295"/>
          </p:nvPr>
        </p:nvSpPr>
        <p:spPr>
          <a:xfrm>
            <a:off x="6091361" y="1571264"/>
            <a:ext cx="1416000" cy="73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100">
                <a:solidFill>
                  <a:schemeClr val="accent5"/>
                </a:solidFill>
              </a:rPr>
              <a:t>15%</a:t>
            </a:r>
            <a:endParaRPr sz="3100">
              <a:solidFill>
                <a:schemeClr val="accent5"/>
              </a:solidFill>
            </a:endParaRPr>
          </a:p>
        </p:txBody>
      </p:sp>
      <p:sp>
        <p:nvSpPr>
          <p:cNvPr id="2135" name="Google Shape;2135;p59"/>
          <p:cNvSpPr txBox="1">
            <a:spLocks noGrp="1"/>
          </p:cNvSpPr>
          <p:nvPr>
            <p:ph type="subTitle" idx="6"/>
          </p:nvPr>
        </p:nvSpPr>
        <p:spPr>
          <a:xfrm>
            <a:off x="5688961" y="1966814"/>
            <a:ext cx="1416300" cy="583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Role Match</a:t>
            </a:r>
            <a:endParaRPr/>
          </a:p>
        </p:txBody>
      </p:sp>
      <p:sp>
        <p:nvSpPr>
          <p:cNvPr id="2136" name="Google Shape;2136;p59"/>
          <p:cNvSpPr/>
          <p:nvPr/>
        </p:nvSpPr>
        <p:spPr>
          <a:xfrm flipH="1">
            <a:off x="5312586" y="2772564"/>
            <a:ext cx="1870500" cy="1870500"/>
          </a:xfrm>
          <a:prstGeom prst="arc">
            <a:avLst>
              <a:gd name="adj1" fmla="val 7984300"/>
              <a:gd name="adj2" fmla="val 11830091"/>
            </a:avLst>
          </a:prstGeom>
          <a:noFill/>
          <a:ln w="114300" cap="flat" cmpd="sng">
            <a:solidFill>
              <a:schemeClr val="accent5"/>
            </a:solidFill>
            <a:prstDash val="solid"/>
            <a:round/>
            <a:headEnd type="none" w="sm" len="sm"/>
            <a:tailEnd type="none" w="sm" len="sm"/>
          </a:ln>
          <a:effectLst>
            <a:outerShdw blurRad="57150" dist="19050" dir="5400000" algn="bl" rotWithShape="0">
              <a:srgbClr val="000000">
                <a:alpha val="4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59"/>
          <p:cNvSpPr txBox="1">
            <a:spLocks noGrp="1"/>
          </p:cNvSpPr>
          <p:nvPr>
            <p:ph type="title" idx="4294967295"/>
          </p:nvPr>
        </p:nvSpPr>
        <p:spPr>
          <a:xfrm>
            <a:off x="5942086" y="3095614"/>
            <a:ext cx="1416000" cy="73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100">
                <a:solidFill>
                  <a:schemeClr val="accent5"/>
                </a:solidFill>
              </a:rPr>
              <a:t>10%</a:t>
            </a:r>
            <a:endParaRPr sz="3100">
              <a:solidFill>
                <a:schemeClr val="accent5"/>
              </a:solidFill>
            </a:endParaRPr>
          </a:p>
        </p:txBody>
      </p:sp>
      <p:sp>
        <p:nvSpPr>
          <p:cNvPr id="2138" name="Google Shape;2138;p59"/>
          <p:cNvSpPr txBox="1">
            <a:spLocks noGrp="1"/>
          </p:cNvSpPr>
          <p:nvPr>
            <p:ph type="subTitle" idx="6"/>
          </p:nvPr>
        </p:nvSpPr>
        <p:spPr>
          <a:xfrm>
            <a:off x="5556859" y="3640836"/>
            <a:ext cx="1416300" cy="583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Experience Match</a:t>
            </a:r>
            <a:endParaRPr/>
          </a:p>
        </p:txBody>
      </p:sp>
      <p:sp>
        <p:nvSpPr>
          <p:cNvPr id="2139" name="Google Shape;2139;p59"/>
          <p:cNvSpPr/>
          <p:nvPr/>
        </p:nvSpPr>
        <p:spPr>
          <a:xfrm flipH="1">
            <a:off x="1057511" y="1248214"/>
            <a:ext cx="1870500" cy="1870500"/>
          </a:xfrm>
          <a:prstGeom prst="arc">
            <a:avLst>
              <a:gd name="adj1" fmla="val 17967694"/>
              <a:gd name="adj2" fmla="val 19468"/>
            </a:avLst>
          </a:prstGeom>
          <a:noFill/>
          <a:ln w="114300" cap="flat" cmpd="sng">
            <a:solidFill>
              <a:schemeClr val="accent5"/>
            </a:solidFill>
            <a:prstDash val="solid"/>
            <a:round/>
            <a:headEnd type="none" w="sm" len="sm"/>
            <a:tailEnd type="none" w="sm" len="sm"/>
          </a:ln>
          <a:effectLst>
            <a:outerShdw blurRad="57150" dist="19050" dir="5400000" algn="bl" rotWithShape="0">
              <a:srgbClr val="000000">
                <a:alpha val="4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59"/>
          <p:cNvSpPr txBox="1">
            <a:spLocks noGrp="1"/>
          </p:cNvSpPr>
          <p:nvPr>
            <p:ph type="title" idx="4294967295"/>
          </p:nvPr>
        </p:nvSpPr>
        <p:spPr>
          <a:xfrm>
            <a:off x="1687011" y="1571264"/>
            <a:ext cx="1416000" cy="73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100">
                <a:solidFill>
                  <a:schemeClr val="accent5"/>
                </a:solidFill>
              </a:rPr>
              <a:t>10%</a:t>
            </a:r>
            <a:endParaRPr sz="3100">
              <a:solidFill>
                <a:schemeClr val="accent5"/>
              </a:solidFill>
            </a:endParaRPr>
          </a:p>
        </p:txBody>
      </p:sp>
      <p:sp>
        <p:nvSpPr>
          <p:cNvPr id="2141" name="Google Shape;2141;p59"/>
          <p:cNvSpPr txBox="1">
            <a:spLocks noGrp="1"/>
          </p:cNvSpPr>
          <p:nvPr>
            <p:ph type="subTitle" idx="6"/>
          </p:nvPr>
        </p:nvSpPr>
        <p:spPr>
          <a:xfrm>
            <a:off x="1301784" y="2116486"/>
            <a:ext cx="1416300" cy="583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Location Match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45"/>
        <p:cNvGrpSpPr/>
        <p:nvPr/>
      </p:nvGrpSpPr>
      <p:grpSpPr>
        <a:xfrm>
          <a:off x="0" y="0"/>
          <a:ext cx="0" cy="0"/>
          <a:chOff x="0" y="0"/>
          <a:chExt cx="0" cy="0"/>
        </a:xfrm>
      </p:grpSpPr>
      <p:sp>
        <p:nvSpPr>
          <p:cNvPr id="2146" name="Google Shape;2146;p60"/>
          <p:cNvSpPr txBox="1">
            <a:spLocks noGrp="1"/>
          </p:cNvSpPr>
          <p:nvPr>
            <p:ph type="ctrTitle" idx="9"/>
          </p:nvPr>
        </p:nvSpPr>
        <p:spPr>
          <a:xfrm flipH="1">
            <a:off x="766744" y="451018"/>
            <a:ext cx="7083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Why This 5-Dimensional Weighting?</a:t>
            </a:r>
            <a:endParaRPr/>
          </a:p>
        </p:txBody>
      </p:sp>
      <p:sp>
        <p:nvSpPr>
          <p:cNvPr id="2147" name="Google Shape;2147;p60"/>
          <p:cNvSpPr txBox="1"/>
          <p:nvPr/>
        </p:nvSpPr>
        <p:spPr>
          <a:xfrm>
            <a:off x="353626" y="1798797"/>
            <a:ext cx="5012400" cy="1943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2000" dirty="0">
                <a:solidFill>
                  <a:schemeClr val="dk1"/>
                </a:solidFill>
                <a:latin typeface="Barlow Condensed SemiBold"/>
                <a:ea typeface="Barlow Condensed SemiBold"/>
                <a:cs typeface="Barlow Condensed SemiBold"/>
                <a:sym typeface="Barlow Condensed SemiBold"/>
              </a:rPr>
              <a:t>Skill Match — 40% (Core Technical Fit)</a:t>
            </a:r>
            <a:endParaRPr sz="2000" dirty="0">
              <a:solidFill>
                <a:schemeClr val="dk1"/>
              </a:solidFill>
              <a:latin typeface="Barlow Condensed SemiBold"/>
              <a:ea typeface="Barlow Condensed SemiBold"/>
              <a:cs typeface="Barlow Condensed SemiBold"/>
              <a:sym typeface="Barlow Condensed SemiBold"/>
            </a:endParaRPr>
          </a:p>
          <a:p>
            <a:pPr marL="0" lvl="0" indent="0" algn="l" rtl="0">
              <a:lnSpc>
                <a:spcPct val="115000"/>
              </a:lnSpc>
              <a:spcBef>
                <a:spcPts val="1400"/>
              </a:spcBef>
              <a:spcAft>
                <a:spcPts val="0"/>
              </a:spcAft>
              <a:buNone/>
            </a:pPr>
            <a:endParaRPr sz="2000" dirty="0">
              <a:solidFill>
                <a:schemeClr val="dk1"/>
              </a:solidFill>
              <a:latin typeface="Barlow Condensed SemiBold"/>
              <a:ea typeface="Barlow Condensed SemiBold"/>
              <a:cs typeface="Barlow Condensed SemiBold"/>
              <a:sym typeface="Barlow Condensed SemiBold"/>
            </a:endParaRPr>
          </a:p>
          <a:p>
            <a:pPr marL="0" lvl="0" indent="0" algn="l" rtl="0">
              <a:lnSpc>
                <a:spcPct val="115000"/>
              </a:lnSpc>
              <a:spcBef>
                <a:spcPts val="1200"/>
              </a:spcBef>
              <a:spcAft>
                <a:spcPts val="0"/>
              </a:spcAft>
              <a:buNone/>
            </a:pPr>
            <a:endParaRPr sz="1300" dirty="0"/>
          </a:p>
          <a:p>
            <a:pPr marL="0" lvl="0" indent="0" algn="l" rtl="0">
              <a:lnSpc>
                <a:spcPct val="115000"/>
              </a:lnSpc>
              <a:spcBef>
                <a:spcPts val="1400"/>
              </a:spcBef>
              <a:spcAft>
                <a:spcPts val="400"/>
              </a:spcAft>
              <a:buNone/>
            </a:pPr>
            <a:r>
              <a:rPr lang="en" sz="2000" dirty="0">
                <a:solidFill>
                  <a:schemeClr val="dk1"/>
                </a:solidFill>
                <a:latin typeface="Barlow Condensed SemiBold"/>
                <a:ea typeface="Barlow Condensed SemiBold"/>
                <a:cs typeface="Barlow Condensed SemiBold"/>
                <a:sym typeface="Barlow Condensed SemiBold"/>
              </a:rPr>
              <a:t>Semantic Match — 25% (Contextual Relevance)</a:t>
            </a:r>
            <a:endParaRPr sz="1300" dirty="0"/>
          </a:p>
        </p:txBody>
      </p:sp>
      <p:sp>
        <p:nvSpPr>
          <p:cNvPr id="2148" name="Google Shape;2148;p60"/>
          <p:cNvSpPr txBox="1"/>
          <p:nvPr/>
        </p:nvSpPr>
        <p:spPr>
          <a:xfrm>
            <a:off x="4941552" y="1795350"/>
            <a:ext cx="4419900" cy="231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2000" dirty="0">
                <a:solidFill>
                  <a:schemeClr val="dk1"/>
                </a:solidFill>
                <a:latin typeface="Barlow Condensed SemiBold"/>
                <a:ea typeface="Barlow Condensed SemiBold"/>
                <a:cs typeface="Barlow Condensed SemiBold"/>
                <a:sym typeface="Barlow Condensed SemiBold"/>
              </a:rPr>
              <a:t>Role Match — 15% (Career Intent)</a:t>
            </a:r>
            <a:endParaRPr sz="1300" b="1" dirty="0"/>
          </a:p>
          <a:p>
            <a:pPr marL="0" lvl="0" indent="0" algn="l" rtl="0">
              <a:lnSpc>
                <a:spcPct val="115000"/>
              </a:lnSpc>
              <a:spcBef>
                <a:spcPts val="1400"/>
              </a:spcBef>
              <a:spcAft>
                <a:spcPts val="0"/>
              </a:spcAft>
              <a:buNone/>
            </a:pPr>
            <a:endParaRPr sz="1300" b="1" dirty="0"/>
          </a:p>
          <a:p>
            <a:pPr marL="0" lvl="0" indent="0" algn="l" rtl="0">
              <a:lnSpc>
                <a:spcPct val="115000"/>
              </a:lnSpc>
              <a:spcBef>
                <a:spcPts val="1400"/>
              </a:spcBef>
              <a:spcAft>
                <a:spcPts val="0"/>
              </a:spcAft>
              <a:buNone/>
            </a:pPr>
            <a:r>
              <a:rPr lang="en" sz="2000" dirty="0">
                <a:solidFill>
                  <a:schemeClr val="dk1"/>
                </a:solidFill>
                <a:latin typeface="Barlow Condensed SemiBold"/>
                <a:ea typeface="Barlow Condensed SemiBold"/>
                <a:cs typeface="Barlow Condensed SemiBold"/>
                <a:sym typeface="Barlow Condensed SemiBold"/>
              </a:rPr>
              <a:t>Experience Match — 10% (Seniority Threshold)</a:t>
            </a:r>
            <a:endParaRPr sz="1300" b="1" dirty="0"/>
          </a:p>
          <a:p>
            <a:pPr marL="0" lvl="0" indent="0" algn="l" rtl="0">
              <a:lnSpc>
                <a:spcPct val="115000"/>
              </a:lnSpc>
              <a:spcBef>
                <a:spcPts val="1200"/>
              </a:spcBef>
              <a:spcAft>
                <a:spcPts val="0"/>
              </a:spcAft>
              <a:buNone/>
            </a:pPr>
            <a:endParaRPr sz="1100" dirty="0"/>
          </a:p>
          <a:p>
            <a:pPr marL="0" lvl="0" indent="0" algn="l" rtl="0">
              <a:lnSpc>
                <a:spcPct val="115000"/>
              </a:lnSpc>
              <a:spcBef>
                <a:spcPts val="1400"/>
              </a:spcBef>
              <a:spcAft>
                <a:spcPts val="400"/>
              </a:spcAft>
              <a:buNone/>
            </a:pPr>
            <a:r>
              <a:rPr lang="en" sz="2000" dirty="0">
                <a:solidFill>
                  <a:schemeClr val="dk1"/>
                </a:solidFill>
                <a:latin typeface="Barlow Condensed SemiBold"/>
                <a:ea typeface="Barlow Condensed SemiBold"/>
                <a:cs typeface="Barlow Condensed SemiBold"/>
                <a:sym typeface="Barlow Condensed SemiBold"/>
              </a:rPr>
              <a:t>Location Match — 10% (Geographic Feasibility)</a:t>
            </a:r>
            <a:endParaRPr dirty="0"/>
          </a:p>
        </p:txBody>
      </p:sp>
      <p:sp>
        <p:nvSpPr>
          <p:cNvPr id="2149" name="Google Shape;2149;p60"/>
          <p:cNvSpPr/>
          <p:nvPr/>
        </p:nvSpPr>
        <p:spPr>
          <a:xfrm>
            <a:off x="694050" y="1232575"/>
            <a:ext cx="3071700" cy="4998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rvo"/>
                <a:ea typeface="Arvo"/>
                <a:cs typeface="Arvo"/>
                <a:sym typeface="Arvo"/>
              </a:rPr>
              <a:t>THE DIFFERENTIATORS  </a:t>
            </a:r>
            <a:endParaRPr>
              <a:latin typeface="Arvo"/>
              <a:ea typeface="Arvo"/>
              <a:cs typeface="Arvo"/>
              <a:sym typeface="Arvo"/>
            </a:endParaRPr>
          </a:p>
        </p:txBody>
      </p:sp>
      <p:sp>
        <p:nvSpPr>
          <p:cNvPr id="2150" name="Google Shape;2150;p60"/>
          <p:cNvSpPr/>
          <p:nvPr/>
        </p:nvSpPr>
        <p:spPr>
          <a:xfrm>
            <a:off x="5397825" y="1232563"/>
            <a:ext cx="3071700" cy="499800"/>
          </a:xfrm>
          <a:prstGeom prst="roundRect">
            <a:avLst>
              <a:gd name="adj" fmla="val 16667"/>
            </a:avLst>
          </a:prstGeom>
          <a:solidFill>
            <a:srgbClr val="D9D2E9"/>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rvo"/>
                <a:ea typeface="Arvo"/>
                <a:cs typeface="Arvo"/>
                <a:sym typeface="Arvo"/>
              </a:rPr>
              <a:t>THE VALIDATORS  </a:t>
            </a:r>
            <a:endParaRPr>
              <a:latin typeface="Arvo"/>
              <a:ea typeface="Arvo"/>
              <a:cs typeface="Arvo"/>
              <a:sym typeface="Arvo"/>
            </a:endParaRPr>
          </a:p>
        </p:txBody>
      </p:sp>
      <p:sp>
        <p:nvSpPr>
          <p:cNvPr id="2151" name="Google Shape;2151;p60"/>
          <p:cNvSpPr txBox="1"/>
          <p:nvPr/>
        </p:nvSpPr>
        <p:spPr>
          <a:xfrm>
            <a:off x="166050" y="2471800"/>
            <a:ext cx="4767600" cy="6633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Font typeface="Arvo"/>
              <a:buChar char="●"/>
            </a:pPr>
            <a:r>
              <a:rPr lang="en" dirty="0">
                <a:latin typeface="Arvo"/>
                <a:ea typeface="Arvo"/>
                <a:cs typeface="Arvo"/>
                <a:sym typeface="Arvo"/>
              </a:rPr>
              <a:t>Hard Requirements, High Interpretability, Strongest Signal</a:t>
            </a:r>
            <a:endParaRPr dirty="0">
              <a:latin typeface="Arvo"/>
              <a:ea typeface="Arvo"/>
              <a:cs typeface="Arvo"/>
              <a:sym typeface="Arvo"/>
            </a:endParaRPr>
          </a:p>
          <a:p>
            <a:pPr marL="457200" lvl="0" indent="-317500" algn="l" rtl="0">
              <a:spcBef>
                <a:spcPts val="0"/>
              </a:spcBef>
              <a:spcAft>
                <a:spcPts val="0"/>
              </a:spcAft>
              <a:buClr>
                <a:schemeClr val="dk2"/>
              </a:buClr>
              <a:buSzPts val="1400"/>
              <a:buFont typeface="Arvo"/>
              <a:buChar char="●"/>
            </a:pPr>
            <a:r>
              <a:rPr lang="en" dirty="0">
                <a:latin typeface="Arvo"/>
                <a:ea typeface="Arvo"/>
                <a:cs typeface="Arvo"/>
                <a:sym typeface="Arvo"/>
              </a:rPr>
              <a:t>Jaccard Similarity (w/ Capped Denominator)</a:t>
            </a:r>
            <a:endParaRPr dirty="0">
              <a:latin typeface="Arvo"/>
              <a:ea typeface="Arvo"/>
              <a:cs typeface="Arvo"/>
              <a:sym typeface="Arvo"/>
            </a:endParaRPr>
          </a:p>
        </p:txBody>
      </p:sp>
      <p:sp>
        <p:nvSpPr>
          <p:cNvPr id="2152" name="Google Shape;2152;p60"/>
          <p:cNvSpPr txBox="1"/>
          <p:nvPr/>
        </p:nvSpPr>
        <p:spPr>
          <a:xfrm>
            <a:off x="166050" y="3952750"/>
            <a:ext cx="4695600" cy="8271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Font typeface="Arvo"/>
              <a:buChar char="●"/>
            </a:pPr>
            <a:r>
              <a:rPr lang="en">
                <a:latin typeface="Arvo"/>
                <a:ea typeface="Arvo"/>
                <a:cs typeface="Arvo"/>
                <a:sym typeface="Arvo"/>
              </a:rPr>
              <a:t>Rationale: Holistic Context, Implicit Signals, Vocabulary Bridging.</a:t>
            </a:r>
            <a:endParaRPr>
              <a:latin typeface="Arvo"/>
              <a:ea typeface="Arvo"/>
              <a:cs typeface="Arvo"/>
              <a:sym typeface="Arvo"/>
            </a:endParaRPr>
          </a:p>
          <a:p>
            <a:pPr marL="457200" lvl="0" indent="-317500" algn="l" rtl="0">
              <a:spcBef>
                <a:spcPts val="0"/>
              </a:spcBef>
              <a:spcAft>
                <a:spcPts val="0"/>
              </a:spcAft>
              <a:buClr>
                <a:schemeClr val="dk2"/>
              </a:buClr>
              <a:buSzPts val="1400"/>
              <a:buFont typeface="Arvo"/>
              <a:buChar char="●"/>
            </a:pPr>
            <a:r>
              <a:rPr lang="en">
                <a:latin typeface="Arvo"/>
                <a:ea typeface="Arvo"/>
                <a:cs typeface="Arvo"/>
                <a:sym typeface="Arvo"/>
              </a:rPr>
              <a:t>Method: TF-IDF + Cosine Similarity (w/ Amplification)</a:t>
            </a:r>
            <a:endParaRPr>
              <a:solidFill>
                <a:schemeClr val="dk2"/>
              </a:solidFill>
              <a:latin typeface="Arvo"/>
              <a:ea typeface="Arvo"/>
              <a:cs typeface="Arvo"/>
              <a:sym typeface="Arvo"/>
            </a:endParaRPr>
          </a:p>
        </p:txBody>
      </p:sp>
      <p:sp>
        <p:nvSpPr>
          <p:cNvPr id="2153" name="Google Shape;2153;p60"/>
          <p:cNvSpPr txBox="1"/>
          <p:nvPr/>
        </p:nvSpPr>
        <p:spPr>
          <a:xfrm>
            <a:off x="5107150" y="2299150"/>
            <a:ext cx="3309300" cy="372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Trajectory Alignment</a:t>
            </a:r>
            <a:endParaRPr>
              <a:solidFill>
                <a:schemeClr val="dk2"/>
              </a:solidFill>
              <a:latin typeface="Arvo"/>
              <a:ea typeface="Arvo"/>
              <a:cs typeface="Arvo"/>
              <a:sym typeface="Arvo"/>
            </a:endParaRPr>
          </a:p>
          <a:p>
            <a:pPr marL="457200" lvl="0" indent="-317500" algn="l" rtl="0">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Boolean Logic</a:t>
            </a:r>
            <a:endParaRPr>
              <a:solidFill>
                <a:schemeClr val="dk2"/>
              </a:solidFill>
              <a:latin typeface="Arvo"/>
              <a:ea typeface="Arvo"/>
              <a:cs typeface="Arvo"/>
              <a:sym typeface="Arvo"/>
            </a:endParaRPr>
          </a:p>
        </p:txBody>
      </p:sp>
      <p:sp>
        <p:nvSpPr>
          <p:cNvPr id="2154" name="Google Shape;2154;p60"/>
          <p:cNvSpPr txBox="1"/>
          <p:nvPr/>
        </p:nvSpPr>
        <p:spPr>
          <a:xfrm>
            <a:off x="5025375" y="3247650"/>
            <a:ext cx="3816600" cy="372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Font typeface="Arvo"/>
              <a:buChar char="●"/>
            </a:pPr>
            <a:r>
              <a:rPr lang="en" dirty="0">
                <a:latin typeface="Arvo"/>
                <a:ea typeface="Arvo"/>
                <a:cs typeface="Arvo"/>
                <a:sym typeface="Arvo"/>
              </a:rPr>
              <a:t>Soft Barrier, Secondary Validation</a:t>
            </a:r>
            <a:endParaRPr dirty="0">
              <a:latin typeface="Arvo"/>
              <a:ea typeface="Arvo"/>
              <a:cs typeface="Arvo"/>
              <a:sym typeface="Arvo"/>
            </a:endParaRPr>
          </a:p>
          <a:p>
            <a:pPr marL="457200" lvl="0" indent="-317500" algn="l" rtl="0">
              <a:spcBef>
                <a:spcPts val="0"/>
              </a:spcBef>
              <a:spcAft>
                <a:spcPts val="0"/>
              </a:spcAft>
              <a:buSzPts val="1400"/>
              <a:buFont typeface="Arvo"/>
              <a:buChar char="●"/>
            </a:pPr>
            <a:r>
              <a:rPr lang="en" dirty="0">
                <a:latin typeface="Arvo"/>
                <a:ea typeface="Arvo"/>
                <a:cs typeface="Arvo"/>
                <a:sym typeface="Arvo"/>
              </a:rPr>
              <a:t>Tiered Rules</a:t>
            </a:r>
            <a:endParaRPr dirty="0">
              <a:latin typeface="Arvo"/>
              <a:ea typeface="Arvo"/>
              <a:cs typeface="Arvo"/>
              <a:sym typeface="Arvo"/>
            </a:endParaRPr>
          </a:p>
          <a:p>
            <a:pPr marL="0" lvl="0" indent="0" algn="l" rtl="0">
              <a:spcBef>
                <a:spcPts val="0"/>
              </a:spcBef>
              <a:spcAft>
                <a:spcPts val="0"/>
              </a:spcAft>
              <a:buNone/>
            </a:pPr>
            <a:endParaRPr sz="1100" b="1" dirty="0"/>
          </a:p>
          <a:p>
            <a:pPr marL="0" lvl="0" indent="0" algn="l" rtl="0">
              <a:spcBef>
                <a:spcPts val="0"/>
              </a:spcBef>
              <a:spcAft>
                <a:spcPts val="0"/>
              </a:spcAft>
              <a:buNone/>
            </a:pPr>
            <a:endParaRPr sz="1100" b="1" dirty="0"/>
          </a:p>
        </p:txBody>
      </p:sp>
      <p:sp>
        <p:nvSpPr>
          <p:cNvPr id="2155" name="Google Shape;2155;p60"/>
          <p:cNvSpPr txBox="1"/>
          <p:nvPr/>
        </p:nvSpPr>
        <p:spPr>
          <a:xfrm>
            <a:off x="4897650" y="4196150"/>
            <a:ext cx="3589500" cy="7362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Secondary Filter, Remote Support</a:t>
            </a:r>
            <a:endParaRPr>
              <a:solidFill>
                <a:schemeClr val="dk2"/>
              </a:solidFill>
              <a:latin typeface="Arvo"/>
              <a:ea typeface="Arvo"/>
              <a:cs typeface="Arvo"/>
              <a:sym typeface="Arvo"/>
            </a:endParaRPr>
          </a:p>
          <a:p>
            <a:pPr marL="457200" lvl="0" indent="-317500" algn="l" rtl="0">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Hybrid Matching</a:t>
            </a:r>
            <a:endParaRPr>
              <a:solidFill>
                <a:schemeClr val="dk2"/>
              </a:solidFill>
              <a:latin typeface="Arvo"/>
              <a:ea typeface="Arvo"/>
              <a:cs typeface="Arvo"/>
              <a:sym typeface="Arvo"/>
            </a:endParaRPr>
          </a:p>
          <a:p>
            <a:pPr marL="0" lvl="0" indent="0" algn="l" rtl="0">
              <a:spcBef>
                <a:spcPts val="0"/>
              </a:spcBef>
              <a:spcAft>
                <a:spcPts val="0"/>
              </a:spcAft>
              <a:buNone/>
            </a:pPr>
            <a:endParaRPr>
              <a:solidFill>
                <a:schemeClr val="dk2"/>
              </a:solidFill>
              <a:latin typeface="Arvo"/>
              <a:ea typeface="Arvo"/>
              <a:cs typeface="Arvo"/>
              <a:sym typeface="Arv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9"/>
        <p:cNvGrpSpPr/>
        <p:nvPr/>
      </p:nvGrpSpPr>
      <p:grpSpPr>
        <a:xfrm>
          <a:off x="0" y="0"/>
          <a:ext cx="0" cy="0"/>
          <a:chOff x="0" y="0"/>
          <a:chExt cx="0" cy="0"/>
        </a:xfrm>
      </p:grpSpPr>
      <p:sp>
        <p:nvSpPr>
          <p:cNvPr id="2160" name="Google Shape;2160;p61"/>
          <p:cNvSpPr txBox="1">
            <a:spLocks noGrp="1"/>
          </p:cNvSpPr>
          <p:nvPr>
            <p:ph type="ctrTitle" idx="9"/>
          </p:nvPr>
        </p:nvSpPr>
        <p:spPr>
          <a:xfrm flipH="1">
            <a:off x="766744" y="451018"/>
            <a:ext cx="7083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Evaluation</a:t>
            </a:r>
            <a:endParaRPr/>
          </a:p>
        </p:txBody>
      </p:sp>
      <p:sp>
        <p:nvSpPr>
          <p:cNvPr id="2161" name="Google Shape;2161;p61"/>
          <p:cNvSpPr txBox="1"/>
          <p:nvPr/>
        </p:nvSpPr>
        <p:spPr>
          <a:xfrm>
            <a:off x="812175" y="1458675"/>
            <a:ext cx="7788300" cy="1210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2000" dirty="0">
                <a:solidFill>
                  <a:schemeClr val="dk1"/>
                </a:solidFill>
                <a:latin typeface="Barlow Condensed SemiBold"/>
                <a:ea typeface="Barlow Condensed SemiBold"/>
                <a:cs typeface="Barlow Condensed SemiBold"/>
                <a:sym typeface="Barlow Condensed SemiBold"/>
              </a:rPr>
              <a:t>Offline Metrics</a:t>
            </a:r>
            <a:r>
              <a:rPr lang="en" sz="1300" b="1" dirty="0"/>
              <a:t> </a:t>
            </a:r>
            <a:endParaRPr sz="1300" b="1" dirty="0"/>
          </a:p>
          <a:p>
            <a:pPr marL="0" lvl="0" indent="0" algn="l" rtl="0">
              <a:lnSpc>
                <a:spcPct val="115000"/>
              </a:lnSpc>
              <a:spcBef>
                <a:spcPts val="1200"/>
              </a:spcBef>
              <a:spcAft>
                <a:spcPts val="0"/>
              </a:spcAft>
              <a:buNone/>
            </a:pPr>
            <a:r>
              <a:rPr lang="en" sz="1100" b="1" dirty="0"/>
              <a:t>Precision@5 — </a:t>
            </a:r>
            <a:r>
              <a:rPr lang="en" sz="1100" dirty="0"/>
              <a:t>Out of the top 5 recommended jobs, how many are actually relevant?</a:t>
            </a:r>
            <a:endParaRPr sz="1100" dirty="0"/>
          </a:p>
          <a:p>
            <a:pPr marL="0" lvl="0" indent="0" algn="l" rtl="0">
              <a:lnSpc>
                <a:spcPct val="115000"/>
              </a:lnSpc>
              <a:spcBef>
                <a:spcPts val="1200"/>
              </a:spcBef>
              <a:spcAft>
                <a:spcPts val="0"/>
              </a:spcAft>
              <a:buNone/>
            </a:pPr>
            <a:r>
              <a:rPr lang="en" sz="1100" b="1" dirty="0"/>
              <a:t>MRR (Mean Reciprocal Rank) — </a:t>
            </a:r>
            <a:r>
              <a:rPr lang="en" sz="1100" dirty="0"/>
              <a:t>How high does the </a:t>
            </a:r>
            <a:r>
              <a:rPr lang="en" sz="1100" i="1" dirty="0"/>
              <a:t>first</a:t>
            </a:r>
            <a:r>
              <a:rPr lang="en" sz="1100" dirty="0"/>
              <a:t> perfect match appear?</a:t>
            </a:r>
            <a:endParaRPr sz="2000" dirty="0">
              <a:solidFill>
                <a:schemeClr val="dk1"/>
              </a:solidFill>
              <a:latin typeface="Barlow Condensed SemiBold"/>
              <a:ea typeface="Barlow Condensed SemiBold"/>
              <a:cs typeface="Barlow Condensed SemiBold"/>
              <a:sym typeface="Barlow Condensed SemiBold"/>
            </a:endParaRPr>
          </a:p>
        </p:txBody>
      </p:sp>
      <p:sp>
        <p:nvSpPr>
          <p:cNvPr id="2162" name="Google Shape;2162;p61"/>
          <p:cNvSpPr txBox="1"/>
          <p:nvPr/>
        </p:nvSpPr>
        <p:spPr>
          <a:xfrm>
            <a:off x="766750" y="2862775"/>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dk1"/>
              </a:solidFill>
              <a:latin typeface="Barlow Condensed SemiBold"/>
              <a:ea typeface="Barlow Condensed SemiBold"/>
              <a:cs typeface="Barlow Condensed SemiBold"/>
              <a:sym typeface="Barlow Condensed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6"/>
        <p:cNvGrpSpPr/>
        <p:nvPr/>
      </p:nvGrpSpPr>
      <p:grpSpPr>
        <a:xfrm>
          <a:off x="0" y="0"/>
          <a:ext cx="0" cy="0"/>
          <a:chOff x="0" y="0"/>
          <a:chExt cx="0" cy="0"/>
        </a:xfrm>
      </p:grpSpPr>
      <p:sp>
        <p:nvSpPr>
          <p:cNvPr id="2167" name="Google Shape;2167;p62"/>
          <p:cNvSpPr txBox="1">
            <a:spLocks noGrp="1"/>
          </p:cNvSpPr>
          <p:nvPr>
            <p:ph type="title"/>
          </p:nvPr>
        </p:nvSpPr>
        <p:spPr>
          <a:xfrm>
            <a:off x="498100" y="1939925"/>
            <a:ext cx="3757800" cy="1641900"/>
          </a:xfrm>
          <a:prstGeom prst="rect">
            <a:avLst/>
          </a:prstGeom>
        </p:spPr>
        <p:txBody>
          <a:bodyPr spcFirstLastPara="1" wrap="square" lIns="91425" tIns="91425" rIns="91425" bIns="0" anchor="ctr" anchorCtr="0">
            <a:noAutofit/>
          </a:bodyPr>
          <a:lstStyle/>
          <a:p>
            <a:pPr marL="0" lvl="0" indent="0" algn="r" rtl="0">
              <a:spcBef>
                <a:spcPts val="0"/>
              </a:spcBef>
              <a:spcAft>
                <a:spcPts val="0"/>
              </a:spcAft>
              <a:buNone/>
            </a:pPr>
            <a:r>
              <a:rPr lang="en"/>
              <a:t>Welcome to our </a:t>
            </a:r>
            <a:r>
              <a:rPr lang="en">
                <a:solidFill>
                  <a:schemeClr val="accent2"/>
                </a:solidFill>
              </a:rPr>
              <a:t>DEMO</a:t>
            </a:r>
            <a:endParaRPr>
              <a:solidFill>
                <a:schemeClr val="accent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1"/>
        <p:cNvGrpSpPr/>
        <p:nvPr/>
      </p:nvGrpSpPr>
      <p:grpSpPr>
        <a:xfrm>
          <a:off x="0" y="0"/>
          <a:ext cx="0" cy="0"/>
          <a:chOff x="0" y="0"/>
          <a:chExt cx="0" cy="0"/>
        </a:xfrm>
      </p:grpSpPr>
      <p:sp>
        <p:nvSpPr>
          <p:cNvPr id="2172" name="Google Shape;2172;p63"/>
          <p:cNvSpPr txBox="1">
            <a:spLocks noGrp="1"/>
          </p:cNvSpPr>
          <p:nvPr>
            <p:ph type="ctrTitle" idx="9"/>
          </p:nvPr>
        </p:nvSpPr>
        <p:spPr>
          <a:xfrm flipH="1">
            <a:off x="820119" y="539974"/>
            <a:ext cx="7083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Conclusion</a:t>
            </a:r>
            <a:endParaRPr/>
          </a:p>
        </p:txBody>
      </p:sp>
      <p:sp>
        <p:nvSpPr>
          <p:cNvPr id="2173" name="Google Shape;2173;p63"/>
          <p:cNvSpPr txBox="1"/>
          <p:nvPr/>
        </p:nvSpPr>
        <p:spPr>
          <a:xfrm>
            <a:off x="701826" y="1283375"/>
            <a:ext cx="80109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latin typeface="Arvo"/>
                <a:ea typeface="Arvo"/>
                <a:cs typeface="Arvo"/>
                <a:sym typeface="Arvo"/>
              </a:rPr>
              <a:t>We built an end-to-end resume-to-job recommendation system that integrates parsing, semantic retrieval, and a hybrid reranking model.</a:t>
            </a:r>
            <a:endParaRPr>
              <a:solidFill>
                <a:schemeClr val="dk2"/>
              </a:solidFill>
              <a:latin typeface="Arvo"/>
              <a:ea typeface="Arvo"/>
              <a:cs typeface="Arvo"/>
              <a:sym typeface="Arvo"/>
            </a:endParaRPr>
          </a:p>
          <a:p>
            <a:pPr marL="0" lvl="0" indent="0" algn="l" rtl="0">
              <a:spcBef>
                <a:spcPts val="0"/>
              </a:spcBef>
              <a:spcAft>
                <a:spcPts val="0"/>
              </a:spcAft>
              <a:buNone/>
            </a:pPr>
            <a:endParaRPr>
              <a:solidFill>
                <a:schemeClr val="dk2"/>
              </a:solidFill>
              <a:latin typeface="Arvo"/>
              <a:ea typeface="Arvo"/>
              <a:cs typeface="Arvo"/>
              <a:sym typeface="Arvo"/>
            </a:endParaRPr>
          </a:p>
          <a:p>
            <a:pPr marL="0" lvl="0" indent="0" algn="l" rtl="0">
              <a:spcBef>
                <a:spcPts val="0"/>
              </a:spcBef>
              <a:spcAft>
                <a:spcPts val="0"/>
              </a:spcAft>
              <a:buNone/>
            </a:pPr>
            <a:r>
              <a:rPr lang="en">
                <a:solidFill>
                  <a:schemeClr val="dk2"/>
                </a:solidFill>
                <a:latin typeface="Arvo"/>
                <a:ea typeface="Arvo"/>
                <a:cs typeface="Arvo"/>
                <a:sym typeface="Arvo"/>
              </a:rPr>
              <a:t>Our pipeline combines embeddings with structured skill extraction, enabling both high recall and strong interpretability.</a:t>
            </a:r>
            <a:endParaRPr>
              <a:solidFill>
                <a:schemeClr val="dk2"/>
              </a:solidFill>
              <a:latin typeface="Arvo"/>
              <a:ea typeface="Arvo"/>
              <a:cs typeface="Arvo"/>
              <a:sym typeface="Arvo"/>
            </a:endParaRPr>
          </a:p>
          <a:p>
            <a:pPr marL="0" lvl="0" indent="0" algn="l" rtl="0">
              <a:spcBef>
                <a:spcPts val="0"/>
              </a:spcBef>
              <a:spcAft>
                <a:spcPts val="0"/>
              </a:spcAft>
              <a:buNone/>
            </a:pPr>
            <a:endParaRPr>
              <a:solidFill>
                <a:schemeClr val="dk2"/>
              </a:solidFill>
              <a:latin typeface="Arvo"/>
              <a:ea typeface="Arvo"/>
              <a:cs typeface="Arvo"/>
              <a:sym typeface="Arvo"/>
            </a:endParaRPr>
          </a:p>
          <a:p>
            <a:pPr marL="0" lvl="0" indent="0" algn="l" rtl="0">
              <a:spcBef>
                <a:spcPts val="0"/>
              </a:spcBef>
              <a:spcAft>
                <a:spcPts val="0"/>
              </a:spcAft>
              <a:buNone/>
            </a:pPr>
            <a:r>
              <a:rPr lang="en">
                <a:solidFill>
                  <a:schemeClr val="dk2"/>
                </a:solidFill>
                <a:latin typeface="Arvo"/>
                <a:ea typeface="Arvo"/>
                <a:cs typeface="Arvo"/>
                <a:sym typeface="Arvo"/>
              </a:rPr>
              <a:t>The system delivers stable Top-10 recommendations through a 5-dimensional scoring model grounded in real user intent and job requirements.</a:t>
            </a:r>
            <a:endParaRPr>
              <a:solidFill>
                <a:schemeClr val="dk2"/>
              </a:solidFill>
              <a:latin typeface="Arvo"/>
              <a:ea typeface="Arvo"/>
              <a:cs typeface="Arvo"/>
              <a:sym typeface="Arvo"/>
            </a:endParaRPr>
          </a:p>
          <a:p>
            <a:pPr marL="0" lvl="0" indent="0" algn="l" rtl="0">
              <a:spcBef>
                <a:spcPts val="0"/>
              </a:spcBef>
              <a:spcAft>
                <a:spcPts val="0"/>
              </a:spcAft>
              <a:buNone/>
            </a:pPr>
            <a:endParaRPr>
              <a:solidFill>
                <a:schemeClr val="dk2"/>
              </a:solidFill>
              <a:latin typeface="Arvo"/>
              <a:ea typeface="Arvo"/>
              <a:cs typeface="Arvo"/>
              <a:sym typeface="Arvo"/>
            </a:endParaRPr>
          </a:p>
          <a:p>
            <a:pPr marL="0" lvl="0" indent="0" algn="l" rtl="0">
              <a:spcBef>
                <a:spcPts val="0"/>
              </a:spcBef>
              <a:spcAft>
                <a:spcPts val="0"/>
              </a:spcAft>
              <a:buNone/>
            </a:pPr>
            <a:r>
              <a:rPr lang="en">
                <a:solidFill>
                  <a:schemeClr val="dk2"/>
                </a:solidFill>
                <a:latin typeface="Arvo"/>
                <a:ea typeface="Arvo"/>
                <a:cs typeface="Arvo"/>
                <a:sym typeface="Arvo"/>
              </a:rPr>
              <a:t>Fully deployed on Hugging Face Spaces, the platform runs reliably with fast inference, transparent ranking, and a clean frontend experience.</a:t>
            </a:r>
            <a:endParaRPr>
              <a:solidFill>
                <a:schemeClr val="dk2"/>
              </a:solidFill>
              <a:latin typeface="Arvo"/>
              <a:ea typeface="Arvo"/>
              <a:cs typeface="Arvo"/>
              <a:sym typeface="Arvo"/>
            </a:endParaRPr>
          </a:p>
          <a:p>
            <a:pPr marL="0" lvl="0" indent="0" algn="l" rtl="0">
              <a:spcBef>
                <a:spcPts val="0"/>
              </a:spcBef>
              <a:spcAft>
                <a:spcPts val="0"/>
              </a:spcAft>
              <a:buNone/>
            </a:pPr>
            <a:endParaRPr>
              <a:solidFill>
                <a:schemeClr val="dk2"/>
              </a:solidFill>
              <a:latin typeface="Arvo"/>
              <a:ea typeface="Arvo"/>
              <a:cs typeface="Arvo"/>
              <a:sym typeface="Arvo"/>
            </a:endParaRPr>
          </a:p>
          <a:p>
            <a:pPr marL="0" lvl="0" indent="0" algn="l" rtl="0">
              <a:spcBef>
                <a:spcPts val="0"/>
              </a:spcBef>
              <a:spcAft>
                <a:spcPts val="0"/>
              </a:spcAft>
              <a:buNone/>
            </a:pPr>
            <a:r>
              <a:rPr lang="en">
                <a:solidFill>
                  <a:schemeClr val="dk2"/>
                </a:solidFill>
                <a:latin typeface="Arvo"/>
                <a:ea typeface="Arvo"/>
                <a:cs typeface="Arvo"/>
                <a:sym typeface="Arvo"/>
              </a:rPr>
              <a:t>Overall, the project demonstrates a practical, explainable, and production-oriented recommendation workflow.</a:t>
            </a:r>
            <a:endParaRPr sz="1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77"/>
        <p:cNvGrpSpPr/>
        <p:nvPr/>
      </p:nvGrpSpPr>
      <p:grpSpPr>
        <a:xfrm>
          <a:off x="0" y="0"/>
          <a:ext cx="0" cy="0"/>
          <a:chOff x="0" y="0"/>
          <a:chExt cx="0" cy="0"/>
        </a:xfrm>
      </p:grpSpPr>
      <p:sp>
        <p:nvSpPr>
          <p:cNvPr id="2178" name="Google Shape;2178;p64"/>
          <p:cNvSpPr txBox="1">
            <a:spLocks noGrp="1"/>
          </p:cNvSpPr>
          <p:nvPr>
            <p:ph type="ctrTitle" idx="9"/>
          </p:nvPr>
        </p:nvSpPr>
        <p:spPr>
          <a:xfrm flipH="1">
            <a:off x="820119" y="557764"/>
            <a:ext cx="7083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Limitation</a:t>
            </a:r>
            <a:endParaRPr/>
          </a:p>
        </p:txBody>
      </p:sp>
      <p:sp>
        <p:nvSpPr>
          <p:cNvPr id="2179" name="Google Shape;2179;p64"/>
          <p:cNvSpPr txBox="1"/>
          <p:nvPr/>
        </p:nvSpPr>
        <p:spPr>
          <a:xfrm>
            <a:off x="666750" y="1429525"/>
            <a:ext cx="7810500" cy="2986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a:solidFill>
                  <a:schemeClr val="dk2"/>
                </a:solidFill>
                <a:latin typeface="Arvo"/>
                <a:ea typeface="Arvo"/>
                <a:cs typeface="Arvo"/>
                <a:sym typeface="Arvo"/>
              </a:rPr>
              <a:t>Resume parsing is imperfect due to messy PDF formats and inconsistent section structures.</a:t>
            </a: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r>
              <a:rPr lang="en">
                <a:solidFill>
                  <a:schemeClr val="dk2"/>
                </a:solidFill>
                <a:latin typeface="Arvo"/>
                <a:ea typeface="Arvo"/>
                <a:cs typeface="Arvo"/>
                <a:sym typeface="Arvo"/>
              </a:rPr>
              <a:t>Skill extraction depends on a fixed dictionary, limiting coverage of emerging or domain-specific skills.</a:t>
            </a: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r>
              <a:rPr lang="en">
                <a:solidFill>
                  <a:schemeClr val="dk2"/>
                </a:solidFill>
                <a:latin typeface="Arvo"/>
                <a:ea typeface="Arvo"/>
                <a:cs typeface="Arvo"/>
                <a:sym typeface="Arvo"/>
              </a:rPr>
              <a:t>Semantic matching (TF-IDF) is shallow, capturing keywords but not deeper conceptual similarity.</a:t>
            </a: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r>
              <a:rPr lang="en">
                <a:solidFill>
                  <a:schemeClr val="dk2"/>
                </a:solidFill>
                <a:latin typeface="Arvo"/>
                <a:ea typeface="Arvo"/>
                <a:cs typeface="Arvo"/>
                <a:sym typeface="Arvo"/>
              </a:rPr>
              <a:t>No vector database or persistent job index, because job posts are fetched in real time.</a:t>
            </a: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r>
              <a:rPr lang="en">
                <a:solidFill>
                  <a:schemeClr val="dk2"/>
                </a:solidFill>
                <a:latin typeface="Arvo"/>
                <a:ea typeface="Arvo"/>
                <a:cs typeface="Arvo"/>
                <a:sym typeface="Arvo"/>
              </a:rPr>
              <a:t>Current system focuses mainly on data/analytics roles, reducing generalization to other industries.</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3"/>
        <p:cNvGrpSpPr/>
        <p:nvPr/>
      </p:nvGrpSpPr>
      <p:grpSpPr>
        <a:xfrm>
          <a:off x="0" y="0"/>
          <a:ext cx="0" cy="0"/>
          <a:chOff x="0" y="0"/>
          <a:chExt cx="0" cy="0"/>
        </a:xfrm>
      </p:grpSpPr>
      <p:sp>
        <p:nvSpPr>
          <p:cNvPr id="2184" name="Google Shape;2184;p65"/>
          <p:cNvSpPr txBox="1">
            <a:spLocks noGrp="1"/>
          </p:cNvSpPr>
          <p:nvPr>
            <p:ph type="ctrTitle" idx="9"/>
          </p:nvPr>
        </p:nvSpPr>
        <p:spPr>
          <a:xfrm flipH="1">
            <a:off x="820119" y="539974"/>
            <a:ext cx="7083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Future Work</a:t>
            </a:r>
            <a:endParaRPr/>
          </a:p>
        </p:txBody>
      </p:sp>
      <p:sp>
        <p:nvSpPr>
          <p:cNvPr id="2185" name="Google Shape;2185;p65"/>
          <p:cNvSpPr txBox="1"/>
          <p:nvPr/>
        </p:nvSpPr>
        <p:spPr>
          <a:xfrm>
            <a:off x="249050" y="1458775"/>
            <a:ext cx="5763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186" name="Google Shape;2186;p65"/>
          <p:cNvSpPr txBox="1"/>
          <p:nvPr/>
        </p:nvSpPr>
        <p:spPr>
          <a:xfrm>
            <a:off x="421100" y="1276575"/>
            <a:ext cx="8432100" cy="320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a:solidFill>
                  <a:schemeClr val="dk2"/>
                </a:solidFill>
                <a:latin typeface="Arvo"/>
                <a:ea typeface="Arvo"/>
                <a:cs typeface="Arvo"/>
                <a:sym typeface="Arvo"/>
              </a:rPr>
              <a:t>Introduce cross-encoder reranking to improve semantic accuracy beyond TF-IDF.</a:t>
            </a: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r>
              <a:rPr lang="en">
                <a:solidFill>
                  <a:schemeClr val="dk2"/>
                </a:solidFill>
                <a:latin typeface="Arvo"/>
                <a:ea typeface="Arvo"/>
                <a:cs typeface="Arvo"/>
                <a:sym typeface="Arvo"/>
              </a:rPr>
              <a:t>Expand the skill ontology automatically using alias mining, clustering, and NER.</a:t>
            </a: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r>
              <a:rPr lang="en">
                <a:solidFill>
                  <a:schemeClr val="dk2"/>
                </a:solidFill>
                <a:latin typeface="Arvo"/>
                <a:ea typeface="Arvo"/>
                <a:cs typeface="Arvo"/>
                <a:sym typeface="Arvo"/>
              </a:rPr>
              <a:t>Add threshold filtering &amp; smarter pre-selection to remove irrelevant or low-quality job posts.</a:t>
            </a: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r>
              <a:rPr lang="en">
                <a:solidFill>
                  <a:schemeClr val="dk2"/>
                </a:solidFill>
                <a:latin typeface="Arvo"/>
                <a:ea typeface="Arvo"/>
                <a:cs typeface="Arvo"/>
                <a:sym typeface="Arvo"/>
              </a:rPr>
              <a:t>Adopt vector search once persistent job storage is added, enabling fast semantic retrieval.</a:t>
            </a: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endParaRPr>
              <a:solidFill>
                <a:schemeClr val="dk2"/>
              </a:solidFill>
              <a:latin typeface="Arvo"/>
              <a:ea typeface="Arvo"/>
              <a:cs typeface="Arvo"/>
              <a:sym typeface="Arvo"/>
            </a:endParaRPr>
          </a:p>
          <a:p>
            <a:pPr marL="0" marR="0" lvl="0" indent="0" algn="l" rtl="0">
              <a:lnSpc>
                <a:spcPct val="100000"/>
              </a:lnSpc>
              <a:spcBef>
                <a:spcPts val="0"/>
              </a:spcBef>
              <a:spcAft>
                <a:spcPts val="0"/>
              </a:spcAft>
              <a:buNone/>
            </a:pPr>
            <a:r>
              <a:rPr lang="en">
                <a:solidFill>
                  <a:schemeClr val="dk2"/>
                </a:solidFill>
                <a:latin typeface="Arvo"/>
                <a:ea typeface="Arvo"/>
                <a:cs typeface="Arvo"/>
                <a:sym typeface="Arvo"/>
              </a:rPr>
              <a:t>Extend beyond data/finance roles by building broader role classifiers and domain-specific skill sets.</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90"/>
        <p:cNvGrpSpPr/>
        <p:nvPr/>
      </p:nvGrpSpPr>
      <p:grpSpPr>
        <a:xfrm>
          <a:off x="0" y="0"/>
          <a:ext cx="0" cy="0"/>
          <a:chOff x="0" y="0"/>
          <a:chExt cx="0" cy="0"/>
        </a:xfrm>
      </p:grpSpPr>
      <p:sp>
        <p:nvSpPr>
          <p:cNvPr id="2191" name="Google Shape;2191;p66"/>
          <p:cNvSpPr txBox="1">
            <a:spLocks noGrp="1"/>
          </p:cNvSpPr>
          <p:nvPr>
            <p:ph type="ctrTitle"/>
          </p:nvPr>
        </p:nvSpPr>
        <p:spPr>
          <a:xfrm>
            <a:off x="850800" y="2152200"/>
            <a:ext cx="7442400" cy="83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Barlow Condensed SemiBold"/>
                <a:ea typeface="Barlow Condensed SemiBold"/>
                <a:cs typeface="Barlow Condensed SemiBold"/>
                <a:sym typeface="Barlow Condensed SemiBold"/>
              </a:rPr>
              <a:t>THANKS </a:t>
            </a:r>
            <a:r>
              <a:rPr lang="en"/>
              <a:t>FOR LISTENING</a:t>
            </a:r>
            <a:r>
              <a:rPr lang="en">
                <a:latin typeface="Barlow Condensed SemiBold"/>
                <a:ea typeface="Barlow Condensed SemiBold"/>
                <a:cs typeface="Barlow Condensed SemiBold"/>
                <a:sym typeface="Barlow Condensed SemiBold"/>
              </a:rPr>
              <a:t>!</a:t>
            </a:r>
            <a:endParaRPr>
              <a:latin typeface="Barlow Condensed SemiBold"/>
              <a:ea typeface="Barlow Condensed SemiBold"/>
              <a:cs typeface="Barlow Condensed SemiBold"/>
              <a:sym typeface="Barlow Condensed SemiBold"/>
            </a:endParaRPr>
          </a:p>
        </p:txBody>
      </p:sp>
      <p:pic>
        <p:nvPicPr>
          <p:cNvPr id="2192" name="Google Shape;2192;p66" title="截屏2025-12-08 13.03.10.png"/>
          <p:cNvPicPr preferRelativeResize="0"/>
          <p:nvPr/>
        </p:nvPicPr>
        <p:blipFill>
          <a:blip r:embed="rId3">
            <a:alphaModFix/>
          </a:blip>
          <a:stretch>
            <a:fillRect/>
          </a:stretch>
        </p:blipFill>
        <p:spPr>
          <a:xfrm>
            <a:off x="2981000" y="3523475"/>
            <a:ext cx="3009900" cy="1028700"/>
          </a:xfrm>
          <a:prstGeom prst="rect">
            <a:avLst/>
          </a:prstGeom>
          <a:noFill/>
          <a:ln>
            <a:noFill/>
          </a:ln>
        </p:spPr>
      </p:pic>
    </p:spTree>
  </p:cSld>
  <p:clrMapOvr>
    <a:masterClrMapping/>
  </p:clrMapOvr>
</p:sld>
</file>

<file path=ppt/theme/theme1.xml><?xml version="1.0" encoding="utf-8"?>
<a:theme xmlns:a="http://schemas.openxmlformats.org/drawingml/2006/main" name="My Creative CV XL by Slidesgo">
  <a:themeElements>
    <a:clrScheme name="Simple Light">
      <a:dk1>
        <a:srgbClr val="434343"/>
      </a:dk1>
      <a:lt1>
        <a:srgbClr val="E9E6E1"/>
      </a:lt1>
      <a:dk2>
        <a:srgbClr val="0C2E3A"/>
      </a:dk2>
      <a:lt2>
        <a:srgbClr val="018790"/>
      </a:lt2>
      <a:accent1>
        <a:srgbClr val="FFD497"/>
      </a:accent1>
      <a:accent2>
        <a:srgbClr val="1DCDC3"/>
      </a:accent2>
      <a:accent3>
        <a:srgbClr val="78001B"/>
      </a:accent3>
      <a:accent4>
        <a:srgbClr val="F5340B"/>
      </a:accent4>
      <a:accent5>
        <a:srgbClr val="FF823B"/>
      </a:accent5>
      <a:accent6>
        <a:srgbClr val="FFA73B"/>
      </a:accent6>
      <a:hlink>
        <a:srgbClr val="1DCDC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3512</Words>
  <Application>Microsoft Macintosh PowerPoint</Application>
  <PresentationFormat>全屏显示(16:9)</PresentationFormat>
  <Paragraphs>306</Paragraphs>
  <Slides>19</Slides>
  <Notes>19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Barlow Condensed SemiBold</vt:lpstr>
      <vt:lpstr>Barlow Condensed Medium</vt:lpstr>
      <vt:lpstr>Roboto</vt:lpstr>
      <vt:lpstr>Arial</vt:lpstr>
      <vt:lpstr>Arvo</vt:lpstr>
      <vt:lpstr>Fira Sans Extra Condensed Medium</vt:lpstr>
      <vt:lpstr>Montserrat Light</vt:lpstr>
      <vt:lpstr>Times New Roman</vt:lpstr>
      <vt:lpstr>Roboto Condensed</vt:lpstr>
      <vt:lpstr>Barlow Condensed</vt:lpstr>
      <vt:lpstr>My Creative CV XL by Slidesgo</vt:lpstr>
      <vt:lpstr>Resume → Real-Time Job Matching on HF </vt:lpstr>
      <vt:lpstr>Motivation</vt:lpstr>
      <vt:lpstr>System at a Glance</vt:lpstr>
      <vt:lpstr>Final Goals</vt:lpstr>
      <vt:lpstr>System Overview</vt:lpstr>
      <vt:lpstr>Data Sources &amp; Preprocessing</vt:lpstr>
      <vt:lpstr>Frontend Overview</vt:lpstr>
      <vt:lpstr>Backend Overview</vt:lpstr>
      <vt:lpstr>NLP Pipeline </vt:lpstr>
      <vt:lpstr>Resume Parsing: How We Understand a Resume?</vt:lpstr>
      <vt:lpstr>Job Understanding: Skill Extraction on Job Descriptions</vt:lpstr>
      <vt:lpstr>Final Ranking: Our 5-Dimensional Scoring Model</vt:lpstr>
      <vt:lpstr>Why This 5-Dimensional Weighting?</vt:lpstr>
      <vt:lpstr>Evaluation</vt:lpstr>
      <vt:lpstr>Welcome to our DEMO</vt:lpstr>
      <vt:lpstr>Conclusion</vt:lpstr>
      <vt:lpstr>Limitation</vt:lpstr>
      <vt:lpstr>Future Work</vt:lpstr>
      <vt:lpstr>THANKS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Siyu Hu</cp:lastModifiedBy>
  <cp:revision>2</cp:revision>
  <dcterms:modified xsi:type="dcterms:W3CDTF">2025-12-09T17:56:42Z</dcterms:modified>
</cp:coreProperties>
</file>